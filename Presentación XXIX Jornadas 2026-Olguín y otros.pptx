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5"/>
  </p:notesMasterIdLst>
  <p:sldIdLst>
    <p:sldId id="272" r:id="rId3"/>
    <p:sldId id="257" r:id="rId4"/>
    <p:sldId id="258" r:id="rId5"/>
    <p:sldId id="263" r:id="rId6"/>
    <p:sldId id="274" r:id="rId7"/>
    <p:sldId id="273" r:id="rId8"/>
    <p:sldId id="266" r:id="rId9"/>
    <p:sldId id="265" r:id="rId10"/>
    <p:sldId id="268" r:id="rId11"/>
    <p:sldId id="267" r:id="rId12"/>
    <p:sldId id="269" r:id="rId13"/>
    <p:sldId id="271" r:id="rId14"/>
  </p:sldIdLst>
  <p:sldSz cx="24384000" cy="13716000"/>
  <p:notesSz cx="6858000" cy="9144000"/>
  <p:embeddedFontLst>
    <p:embeddedFont>
      <p:font typeface="Helvetica Neue" panose="020B0604020202020204" charset="0"/>
      <p:regular r:id="rId16"/>
      <p:bold r:id="rId17"/>
      <p:italic r:id="rId18"/>
      <p:boldItalic r:id="rId19"/>
    </p:embeddedFont>
    <p:embeddedFont>
      <p:font typeface="Helvetica Neue Light" panose="020B0604020202020204" charset="0"/>
      <p:regular r:id="rId20"/>
      <p:bold r:id="rId21"/>
      <p:italic r:id="rId22"/>
      <p:boldItalic r:id="rId23"/>
    </p:embeddedFont>
    <p:embeddedFont>
      <p:font typeface="Montserrat" panose="00000500000000000000" pitchFamily="2" charset="0"/>
      <p:regular r:id="rId24"/>
      <p:bold r:id="rId25"/>
      <p:italic r:id="rId26"/>
      <p:boldItalic r:id="rId27"/>
    </p:embeddedFont>
    <p:embeddedFont>
      <p:font typeface="Montserrat Light" panose="00000400000000000000" pitchFamily="2" charset="0"/>
      <p:regular r:id="rId28"/>
      <p:bold r:id="rId29"/>
      <p:italic r:id="rId30"/>
      <p:boldItalic r:id="rId31"/>
    </p:embeddedFont>
    <p:embeddedFont>
      <p:font typeface="Montserrat Medium" panose="000006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g8ZP2/aNfNy5ZIr/0bISz4ozT3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AE6C4B-4D1A-4148-9E8D-F6070B65517B}" v="40" dt="2026-04-09T14:58:33.8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832" y="256"/>
      </p:cViewPr>
      <p:guideLst/>
    </p:cSldViewPr>
  </p:slideViewPr>
  <p:notesTextViewPr>
    <p:cViewPr>
      <p:scale>
        <a:sx n="1" d="1"/>
        <a:sy n="1" d="1"/>
      </p:scale>
      <p:origin x="0" y="0"/>
    </p:cViewPr>
  </p:notesTextViewPr>
  <p:sorterViewPr>
    <p:cViewPr>
      <p:scale>
        <a:sx n="90" d="100"/>
        <a:sy n="90" d="100"/>
      </p:scale>
      <p:origin x="0" y="-21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theme" Target="theme/theme1.xml"/><Relationship Id="rId21" Type="http://schemas.openxmlformats.org/officeDocument/2006/relationships/font" Target="fonts/font6.fntdata"/><Relationship Id="rId34" Type="http://schemas.openxmlformats.org/officeDocument/2006/relationships/font" Target="fonts/font19.fntdata"/><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customschemas.google.com/relationships/presentationmetadata" Target="metadata"/><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ia Elizabeth Olguin" userId="bec4288ea8c1abfb" providerId="LiveId" clId="{A5EA6D6F-0A4B-4006-85E2-1EFFB448C42D}"/>
    <pc:docChg chg="custSel addSld delSld modSld sldOrd modMainMaster">
      <pc:chgData name="Patricia Elizabeth Olguin" userId="bec4288ea8c1abfb" providerId="LiveId" clId="{A5EA6D6F-0A4B-4006-85E2-1EFFB448C42D}" dt="2026-04-09T15:01:13.160" v="3113" actId="1076"/>
      <pc:docMkLst>
        <pc:docMk/>
      </pc:docMkLst>
      <pc:sldChg chg="del setBg">
        <pc:chgData name="Patricia Elizabeth Olguin" userId="bec4288ea8c1abfb" providerId="LiveId" clId="{A5EA6D6F-0A4B-4006-85E2-1EFFB448C42D}" dt="2026-04-09T14:17:44.089" v="1967" actId="47"/>
        <pc:sldMkLst>
          <pc:docMk/>
          <pc:sldMk cId="0" sldId="256"/>
        </pc:sldMkLst>
      </pc:sldChg>
      <pc:sldChg chg="modSp mod setBg">
        <pc:chgData name="Patricia Elizabeth Olguin" userId="bec4288ea8c1abfb" providerId="LiveId" clId="{A5EA6D6F-0A4B-4006-85E2-1EFFB448C42D}" dt="2026-04-09T14:38:53.638" v="2190" actId="113"/>
        <pc:sldMkLst>
          <pc:docMk/>
          <pc:sldMk cId="0" sldId="257"/>
        </pc:sldMkLst>
        <pc:spChg chg="mod">
          <ac:chgData name="Patricia Elizabeth Olguin" userId="bec4288ea8c1abfb" providerId="LiveId" clId="{A5EA6D6F-0A4B-4006-85E2-1EFFB448C42D}" dt="2026-04-09T11:45:24.427" v="107" actId="20577"/>
          <ac:spMkLst>
            <pc:docMk/>
            <pc:sldMk cId="0" sldId="257"/>
            <ac:spMk id="63" creationId="{00000000-0000-0000-0000-000000000000}"/>
          </ac:spMkLst>
        </pc:spChg>
        <pc:spChg chg="mod">
          <ac:chgData name="Patricia Elizabeth Olguin" userId="bec4288ea8c1abfb" providerId="LiveId" clId="{A5EA6D6F-0A4B-4006-85E2-1EFFB448C42D}" dt="2026-04-09T14:38:53.638" v="2190" actId="113"/>
          <ac:spMkLst>
            <pc:docMk/>
            <pc:sldMk cId="0" sldId="257"/>
            <ac:spMk id="64" creationId="{00000000-0000-0000-0000-000000000000}"/>
          </ac:spMkLst>
        </pc:spChg>
        <pc:spChg chg="mod">
          <ac:chgData name="Patricia Elizabeth Olguin" userId="bec4288ea8c1abfb" providerId="LiveId" clId="{A5EA6D6F-0A4B-4006-85E2-1EFFB448C42D}" dt="2026-04-09T11:52:27.612" v="308" actId="255"/>
          <ac:spMkLst>
            <pc:docMk/>
            <pc:sldMk cId="0" sldId="257"/>
            <ac:spMk id="65" creationId="{00000000-0000-0000-0000-000000000000}"/>
          </ac:spMkLst>
        </pc:spChg>
      </pc:sldChg>
      <pc:sldChg chg="modSp mod setBg">
        <pc:chgData name="Patricia Elizabeth Olguin" userId="bec4288ea8c1abfb" providerId="LiveId" clId="{A5EA6D6F-0A4B-4006-85E2-1EFFB448C42D}" dt="2026-04-09T15:01:13.160" v="3113" actId="1076"/>
        <pc:sldMkLst>
          <pc:docMk/>
          <pc:sldMk cId="0" sldId="258"/>
        </pc:sldMkLst>
        <pc:spChg chg="mod">
          <ac:chgData name="Patricia Elizabeth Olguin" userId="bec4288ea8c1abfb" providerId="LiveId" clId="{A5EA6D6F-0A4B-4006-85E2-1EFFB448C42D}" dt="2026-04-09T11:54:23.176" v="340" actId="20577"/>
          <ac:spMkLst>
            <pc:docMk/>
            <pc:sldMk cId="0" sldId="258"/>
            <ac:spMk id="70" creationId="{00000000-0000-0000-0000-000000000000}"/>
          </ac:spMkLst>
        </pc:spChg>
        <pc:spChg chg="mod">
          <ac:chgData name="Patricia Elizabeth Olguin" userId="bec4288ea8c1abfb" providerId="LiveId" clId="{A5EA6D6F-0A4B-4006-85E2-1EFFB448C42D}" dt="2026-04-09T15:00:57.767" v="3108" actId="1076"/>
          <ac:spMkLst>
            <pc:docMk/>
            <pc:sldMk cId="0" sldId="258"/>
            <ac:spMk id="71" creationId="{00000000-0000-0000-0000-000000000000}"/>
          </ac:spMkLst>
        </pc:spChg>
        <pc:spChg chg="mod">
          <ac:chgData name="Patricia Elizabeth Olguin" userId="bec4288ea8c1abfb" providerId="LiveId" clId="{A5EA6D6F-0A4B-4006-85E2-1EFFB448C42D}" dt="2026-04-09T15:01:13.160" v="3113" actId="1076"/>
          <ac:spMkLst>
            <pc:docMk/>
            <pc:sldMk cId="0" sldId="258"/>
            <ac:spMk id="72" creationId="{00000000-0000-0000-0000-000000000000}"/>
          </ac:spMkLst>
        </pc:spChg>
        <pc:spChg chg="mod">
          <ac:chgData name="Patricia Elizabeth Olguin" userId="bec4288ea8c1abfb" providerId="LiveId" clId="{A5EA6D6F-0A4B-4006-85E2-1EFFB448C42D}" dt="2026-04-09T11:47:08.238" v="245" actId="20577"/>
          <ac:spMkLst>
            <pc:docMk/>
            <pc:sldMk cId="0" sldId="258"/>
            <ac:spMk id="73" creationId="{00000000-0000-0000-0000-000000000000}"/>
          </ac:spMkLst>
        </pc:spChg>
      </pc:sldChg>
      <pc:sldChg chg="delSp modSp del mod setBg">
        <pc:chgData name="Patricia Elizabeth Olguin" userId="bec4288ea8c1abfb" providerId="LiveId" clId="{A5EA6D6F-0A4B-4006-85E2-1EFFB448C42D}" dt="2026-04-09T14:08:45.384" v="1833" actId="47"/>
        <pc:sldMkLst>
          <pc:docMk/>
          <pc:sldMk cId="0" sldId="259"/>
        </pc:sldMkLst>
        <pc:spChg chg="mod">
          <ac:chgData name="Patricia Elizabeth Olguin" userId="bec4288ea8c1abfb" providerId="LiveId" clId="{A5EA6D6F-0A4B-4006-85E2-1EFFB448C42D}" dt="2026-04-09T14:08:24.157" v="1831" actId="255"/>
          <ac:spMkLst>
            <pc:docMk/>
            <pc:sldMk cId="0" sldId="259"/>
            <ac:spMk id="78" creationId="{00000000-0000-0000-0000-000000000000}"/>
          </ac:spMkLst>
        </pc:spChg>
        <pc:spChg chg="del">
          <ac:chgData name="Patricia Elizabeth Olguin" userId="bec4288ea8c1abfb" providerId="LiveId" clId="{A5EA6D6F-0A4B-4006-85E2-1EFFB448C42D}" dt="2026-04-09T14:08:28.286" v="1832" actId="478"/>
          <ac:spMkLst>
            <pc:docMk/>
            <pc:sldMk cId="0" sldId="259"/>
            <ac:spMk id="79" creationId="{00000000-0000-0000-0000-000000000000}"/>
          </ac:spMkLst>
        </pc:spChg>
      </pc:sldChg>
      <pc:sldChg chg="addSp delSp del mod setBg">
        <pc:chgData name="Patricia Elizabeth Olguin" userId="bec4288ea8c1abfb" providerId="LiveId" clId="{A5EA6D6F-0A4B-4006-85E2-1EFFB448C42D}" dt="2026-04-09T14:17:24.500" v="1965" actId="47"/>
        <pc:sldMkLst>
          <pc:docMk/>
          <pc:sldMk cId="0" sldId="260"/>
        </pc:sldMkLst>
        <pc:spChg chg="add">
          <ac:chgData name="Patricia Elizabeth Olguin" userId="bec4288ea8c1abfb" providerId="LiveId" clId="{A5EA6D6F-0A4B-4006-85E2-1EFFB448C42D}" dt="2026-04-09T14:15:19.269" v="1959" actId="22"/>
          <ac:spMkLst>
            <pc:docMk/>
            <pc:sldMk cId="0" sldId="260"/>
            <ac:spMk id="3" creationId="{4D70FE60-3D63-8976-E8E8-AEEB63A1F8ED}"/>
          </ac:spMkLst>
        </pc:spChg>
        <pc:spChg chg="add del">
          <ac:chgData name="Patricia Elizabeth Olguin" userId="bec4288ea8c1abfb" providerId="LiveId" clId="{A5EA6D6F-0A4B-4006-85E2-1EFFB448C42D}" dt="2026-04-09T14:15:44.528" v="1961" actId="478"/>
          <ac:spMkLst>
            <pc:docMk/>
            <pc:sldMk cId="0" sldId="260"/>
            <ac:spMk id="5" creationId="{0DF51022-77FC-0074-E7E7-321E235A52F9}"/>
          </ac:spMkLst>
        </pc:spChg>
      </pc:sldChg>
      <pc:sldChg chg="modSp del mod">
        <pc:chgData name="Patricia Elizabeth Olguin" userId="bec4288ea8c1abfb" providerId="LiveId" clId="{A5EA6D6F-0A4B-4006-85E2-1EFFB448C42D}" dt="2026-04-09T14:07:12.983" v="1827" actId="47"/>
        <pc:sldMkLst>
          <pc:docMk/>
          <pc:sldMk cId="2661782406" sldId="261"/>
        </pc:sldMkLst>
        <pc:spChg chg="mod">
          <ac:chgData name="Patricia Elizabeth Olguin" userId="bec4288ea8c1abfb" providerId="LiveId" clId="{A5EA6D6F-0A4B-4006-85E2-1EFFB448C42D}" dt="2026-04-09T13:29:52.846" v="1447" actId="27636"/>
          <ac:spMkLst>
            <pc:docMk/>
            <pc:sldMk cId="2661782406" sldId="261"/>
            <ac:spMk id="2" creationId="{00000000-0000-0000-0000-000000000000}"/>
          </ac:spMkLst>
        </pc:spChg>
      </pc:sldChg>
      <pc:sldChg chg="add del setBg">
        <pc:chgData name="Patricia Elizabeth Olguin" userId="bec4288ea8c1abfb" providerId="LiveId" clId="{A5EA6D6F-0A4B-4006-85E2-1EFFB448C42D}" dt="2026-04-09T13:02:42.371" v="781" actId="47"/>
        <pc:sldMkLst>
          <pc:docMk/>
          <pc:sldMk cId="1505386315" sldId="262"/>
        </pc:sldMkLst>
      </pc:sldChg>
      <pc:sldChg chg="addSp delSp modSp add mod setBg">
        <pc:chgData name="Patricia Elizabeth Olguin" userId="bec4288ea8c1abfb" providerId="LiveId" clId="{A5EA6D6F-0A4B-4006-85E2-1EFFB448C42D}" dt="2026-04-09T14:57:06.641" v="3076" actId="113"/>
        <pc:sldMkLst>
          <pc:docMk/>
          <pc:sldMk cId="1302480046" sldId="263"/>
        </pc:sldMkLst>
        <pc:spChg chg="add del mod">
          <ac:chgData name="Patricia Elizabeth Olguin" userId="bec4288ea8c1abfb" providerId="LiveId" clId="{A5EA6D6F-0A4B-4006-85E2-1EFFB448C42D}" dt="2026-04-09T14:55:11.346" v="2977" actId="478"/>
          <ac:spMkLst>
            <pc:docMk/>
            <pc:sldMk cId="1302480046" sldId="263"/>
            <ac:spMk id="2" creationId="{54185466-B3C9-A22F-3C5D-D1A8822D5C70}"/>
          </ac:spMkLst>
        </pc:spChg>
        <pc:spChg chg="mod">
          <ac:chgData name="Patricia Elizabeth Olguin" userId="bec4288ea8c1abfb" providerId="LiveId" clId="{A5EA6D6F-0A4B-4006-85E2-1EFFB448C42D}" dt="2026-04-09T14:55:27.295" v="2994" actId="20577"/>
          <ac:spMkLst>
            <pc:docMk/>
            <pc:sldMk cId="1302480046" sldId="263"/>
            <ac:spMk id="70" creationId="{A510D83B-9843-B3C5-F25A-FF964F293700}"/>
          </ac:spMkLst>
        </pc:spChg>
        <pc:spChg chg="mod">
          <ac:chgData name="Patricia Elizabeth Olguin" userId="bec4288ea8c1abfb" providerId="LiveId" clId="{A5EA6D6F-0A4B-4006-85E2-1EFFB448C42D}" dt="2026-04-09T14:57:06.641" v="3076" actId="113"/>
          <ac:spMkLst>
            <pc:docMk/>
            <pc:sldMk cId="1302480046" sldId="263"/>
            <ac:spMk id="71" creationId="{BD45488B-9F72-1A2D-07AA-E29BE915945B}"/>
          </ac:spMkLst>
        </pc:spChg>
        <pc:spChg chg="del mod">
          <ac:chgData name="Patricia Elizabeth Olguin" userId="bec4288ea8c1abfb" providerId="LiveId" clId="{A5EA6D6F-0A4B-4006-85E2-1EFFB448C42D}" dt="2026-04-09T13:11:29.869" v="908" actId="478"/>
          <ac:spMkLst>
            <pc:docMk/>
            <pc:sldMk cId="1302480046" sldId="263"/>
            <ac:spMk id="72" creationId="{EC9A7984-9452-9D53-A859-5436E5085A15}"/>
          </ac:spMkLst>
        </pc:spChg>
      </pc:sldChg>
      <pc:sldChg chg="new del">
        <pc:chgData name="Patricia Elizabeth Olguin" userId="bec4288ea8c1abfb" providerId="LiveId" clId="{A5EA6D6F-0A4B-4006-85E2-1EFFB448C42D}" dt="2026-04-09T13:37:59.114" v="1529" actId="47"/>
        <pc:sldMkLst>
          <pc:docMk/>
          <pc:sldMk cId="2060136282" sldId="264"/>
        </pc:sldMkLst>
      </pc:sldChg>
      <pc:sldChg chg="modSp add del mod">
        <pc:chgData name="Patricia Elizabeth Olguin" userId="bec4288ea8c1abfb" providerId="LiveId" clId="{A5EA6D6F-0A4B-4006-85E2-1EFFB448C42D}" dt="2026-04-09T13:29:33.020" v="1445" actId="47"/>
        <pc:sldMkLst>
          <pc:docMk/>
          <pc:sldMk cId="3314919463" sldId="264"/>
        </pc:sldMkLst>
        <pc:spChg chg="mod">
          <ac:chgData name="Patricia Elizabeth Olguin" userId="bec4288ea8c1abfb" providerId="LiveId" clId="{A5EA6D6F-0A4B-4006-85E2-1EFFB448C42D}" dt="2026-04-09T13:03:26.379" v="786" actId="1076"/>
          <ac:spMkLst>
            <pc:docMk/>
            <pc:sldMk cId="3314919463" sldId="264"/>
            <ac:spMk id="71" creationId="{AF2AB28D-8F54-D402-8B96-5D6E07AFFBD9}"/>
          </ac:spMkLst>
        </pc:spChg>
      </pc:sldChg>
      <pc:sldChg chg="addSp delSp modSp add mod setBg">
        <pc:chgData name="Patricia Elizabeth Olguin" userId="bec4288ea8c1abfb" providerId="LiveId" clId="{A5EA6D6F-0A4B-4006-85E2-1EFFB448C42D}" dt="2026-04-09T13:58:04.958" v="1826"/>
        <pc:sldMkLst>
          <pc:docMk/>
          <pc:sldMk cId="3723453945" sldId="265"/>
        </pc:sldMkLst>
        <pc:spChg chg="del">
          <ac:chgData name="Patricia Elizabeth Olguin" userId="bec4288ea8c1abfb" providerId="LiveId" clId="{A5EA6D6F-0A4B-4006-85E2-1EFFB448C42D}" dt="2026-04-09T13:38:10.101" v="1531" actId="478"/>
          <ac:spMkLst>
            <pc:docMk/>
            <pc:sldMk cId="3723453945" sldId="265"/>
            <ac:spMk id="2" creationId="{899C44CE-3136-66C0-3B03-2E9C08A8D7FF}"/>
          </ac:spMkLst>
        </pc:spChg>
        <pc:spChg chg="add mod">
          <ac:chgData name="Patricia Elizabeth Olguin" userId="bec4288ea8c1abfb" providerId="LiveId" clId="{A5EA6D6F-0A4B-4006-85E2-1EFFB448C42D}" dt="2026-04-09T13:56:16.278" v="1798" actId="20577"/>
          <ac:spMkLst>
            <pc:docMk/>
            <pc:sldMk cId="3723453945" sldId="265"/>
            <ac:spMk id="6" creationId="{B49E0196-15F5-BD26-4607-778DD8D1BD5F}"/>
          </ac:spMkLst>
        </pc:spChg>
        <pc:spChg chg="add mod">
          <ac:chgData name="Patricia Elizabeth Olguin" userId="bec4288ea8c1abfb" providerId="LiveId" clId="{A5EA6D6F-0A4B-4006-85E2-1EFFB448C42D}" dt="2026-04-09T13:51:04.317" v="1742" actId="1076"/>
          <ac:spMkLst>
            <pc:docMk/>
            <pc:sldMk cId="3723453945" sldId="265"/>
            <ac:spMk id="8" creationId="{11099FC7-C700-E6AC-EE6B-72490214E80E}"/>
          </ac:spMkLst>
        </pc:spChg>
        <pc:spChg chg="del">
          <ac:chgData name="Patricia Elizabeth Olguin" userId="bec4288ea8c1abfb" providerId="LiveId" clId="{A5EA6D6F-0A4B-4006-85E2-1EFFB448C42D}" dt="2026-04-09T13:45:08.407" v="1534" actId="478"/>
          <ac:spMkLst>
            <pc:docMk/>
            <pc:sldMk cId="3723453945" sldId="265"/>
            <ac:spMk id="70" creationId="{30CD1E7E-F6FE-87A1-68A5-DED2BEDCB157}"/>
          </ac:spMkLst>
        </pc:spChg>
        <pc:spChg chg="del mod">
          <ac:chgData name="Patricia Elizabeth Olguin" userId="bec4288ea8c1abfb" providerId="LiveId" clId="{A5EA6D6F-0A4B-4006-85E2-1EFFB448C42D}" dt="2026-04-09T13:38:10.102" v="1533"/>
          <ac:spMkLst>
            <pc:docMk/>
            <pc:sldMk cId="3723453945" sldId="265"/>
            <ac:spMk id="71" creationId="{BA93ED46-12E9-1843-A775-BABF0A416CB4}"/>
          </ac:spMkLst>
        </pc:spChg>
        <pc:graphicFrameChg chg="add del mod">
          <ac:chgData name="Patricia Elizabeth Olguin" userId="bec4288ea8c1abfb" providerId="LiveId" clId="{A5EA6D6F-0A4B-4006-85E2-1EFFB448C42D}" dt="2026-04-09T13:47:16.492" v="1546" actId="478"/>
          <ac:graphicFrameMkLst>
            <pc:docMk/>
            <pc:sldMk cId="3723453945" sldId="265"/>
            <ac:graphicFrameMk id="3" creationId="{522C62D2-37BD-4195-9A28-8068458BDE65}"/>
          </ac:graphicFrameMkLst>
        </pc:graphicFrameChg>
        <pc:picChg chg="add mod">
          <ac:chgData name="Patricia Elizabeth Olguin" userId="bec4288ea8c1abfb" providerId="LiveId" clId="{A5EA6D6F-0A4B-4006-85E2-1EFFB448C42D}" dt="2026-04-09T13:49:55.882" v="1575" actId="1076"/>
          <ac:picMkLst>
            <pc:docMk/>
            <pc:sldMk cId="3723453945" sldId="265"/>
            <ac:picMk id="4" creationId="{D5881745-585E-7CB3-48C6-189266CA00C4}"/>
          </ac:picMkLst>
        </pc:picChg>
      </pc:sldChg>
      <pc:sldChg chg="add del setBg">
        <pc:chgData name="Patricia Elizabeth Olguin" userId="bec4288ea8c1abfb" providerId="LiveId" clId="{A5EA6D6F-0A4B-4006-85E2-1EFFB448C42D}" dt="2026-04-09T13:03:37.579" v="788"/>
        <pc:sldMkLst>
          <pc:docMk/>
          <pc:sldMk cId="4135723353" sldId="265"/>
        </pc:sldMkLst>
      </pc:sldChg>
      <pc:sldChg chg="addSp delSp modSp add mod ord setBg">
        <pc:chgData name="Patricia Elizabeth Olguin" userId="bec4288ea8c1abfb" providerId="LiveId" clId="{A5EA6D6F-0A4B-4006-85E2-1EFFB448C42D}" dt="2026-04-09T14:36:42.185" v="2171"/>
        <pc:sldMkLst>
          <pc:docMk/>
          <pc:sldMk cId="2469296992" sldId="266"/>
        </pc:sldMkLst>
        <pc:spChg chg="add mod">
          <ac:chgData name="Patricia Elizabeth Olguin" userId="bec4288ea8c1abfb" providerId="LiveId" clId="{A5EA6D6F-0A4B-4006-85E2-1EFFB448C42D}" dt="2026-04-09T14:23:49.100" v="2056" actId="1076"/>
          <ac:spMkLst>
            <pc:docMk/>
            <pc:sldMk cId="2469296992" sldId="266"/>
            <ac:spMk id="8" creationId="{4F8EC62A-85D3-3C3F-448A-38EB393C2F46}"/>
          </ac:spMkLst>
        </pc:spChg>
        <pc:spChg chg="add del mod">
          <ac:chgData name="Patricia Elizabeth Olguin" userId="bec4288ea8c1abfb" providerId="LiveId" clId="{A5EA6D6F-0A4B-4006-85E2-1EFFB448C42D}" dt="2026-04-09T14:23:10.548" v="2049" actId="478"/>
          <ac:spMkLst>
            <pc:docMk/>
            <pc:sldMk cId="2469296992" sldId="266"/>
            <ac:spMk id="9" creationId="{F5ADC116-4D71-3402-9B85-E3D7D5074114}"/>
          </ac:spMkLst>
        </pc:spChg>
        <pc:spChg chg="add mod">
          <ac:chgData name="Patricia Elizabeth Olguin" userId="bec4288ea8c1abfb" providerId="LiveId" clId="{A5EA6D6F-0A4B-4006-85E2-1EFFB448C42D}" dt="2026-04-09T14:23:11.418" v="2050"/>
          <ac:spMkLst>
            <pc:docMk/>
            <pc:sldMk cId="2469296992" sldId="266"/>
            <ac:spMk id="10" creationId="{7B093788-F8B7-EAB3-72EE-E62FC19E03FE}"/>
          </ac:spMkLst>
        </pc:spChg>
        <pc:graphicFrameChg chg="del">
          <ac:chgData name="Patricia Elizabeth Olguin" userId="bec4288ea8c1abfb" providerId="LiveId" clId="{A5EA6D6F-0A4B-4006-85E2-1EFFB448C42D}" dt="2026-04-09T13:46:41.742" v="1543" actId="478"/>
          <ac:graphicFrameMkLst>
            <pc:docMk/>
            <pc:sldMk cId="2469296992" sldId="266"/>
            <ac:graphicFrameMk id="3" creationId="{F07DCB9E-02E1-626B-83E4-566425AC4D95}"/>
          </ac:graphicFrameMkLst>
        </pc:graphicFrameChg>
        <pc:picChg chg="add del mod">
          <ac:chgData name="Patricia Elizabeth Olguin" userId="bec4288ea8c1abfb" providerId="LiveId" clId="{A5EA6D6F-0A4B-4006-85E2-1EFFB448C42D}" dt="2026-04-09T13:47:20.309" v="1547" actId="21"/>
          <ac:picMkLst>
            <pc:docMk/>
            <pc:sldMk cId="2469296992" sldId="266"/>
            <ac:picMk id="4" creationId="{D5881745-585E-7CB3-48C6-189266CA00C4}"/>
          </ac:picMkLst>
        </pc:picChg>
        <pc:picChg chg="add del">
          <ac:chgData name="Patricia Elizabeth Olguin" userId="bec4288ea8c1abfb" providerId="LiveId" clId="{A5EA6D6F-0A4B-4006-85E2-1EFFB448C42D}" dt="2026-04-09T13:53:16.954" v="1745" actId="21"/>
          <ac:picMkLst>
            <pc:docMk/>
            <pc:sldMk cId="2469296992" sldId="266"/>
            <ac:picMk id="6" creationId="{96421844-8E0C-27BB-6C94-134C3643117A}"/>
          </ac:picMkLst>
        </pc:picChg>
      </pc:sldChg>
      <pc:sldChg chg="addSp delSp modSp add mod setBg">
        <pc:chgData name="Patricia Elizabeth Olguin" userId="bec4288ea8c1abfb" providerId="LiveId" clId="{A5EA6D6F-0A4B-4006-85E2-1EFFB448C42D}" dt="2026-04-09T13:57:43.363" v="1825" actId="1076"/>
        <pc:sldMkLst>
          <pc:docMk/>
          <pc:sldMk cId="2147166126" sldId="267"/>
        </pc:sldMkLst>
        <pc:spChg chg="mod">
          <ac:chgData name="Patricia Elizabeth Olguin" userId="bec4288ea8c1abfb" providerId="LiveId" clId="{A5EA6D6F-0A4B-4006-85E2-1EFFB448C42D}" dt="2026-04-09T13:56:03.527" v="1774" actId="20577"/>
          <ac:spMkLst>
            <pc:docMk/>
            <pc:sldMk cId="2147166126" sldId="267"/>
            <ac:spMk id="6" creationId="{C95738B9-2A91-4AFE-83AA-37CA3A1C2E83}"/>
          </ac:spMkLst>
        </pc:spChg>
        <pc:spChg chg="mod">
          <ac:chgData name="Patricia Elizabeth Olguin" userId="bec4288ea8c1abfb" providerId="LiveId" clId="{A5EA6D6F-0A4B-4006-85E2-1EFFB448C42D}" dt="2026-04-09T13:57:36.761" v="1824" actId="1076"/>
          <ac:spMkLst>
            <pc:docMk/>
            <pc:sldMk cId="2147166126" sldId="267"/>
            <ac:spMk id="8" creationId="{6273CBC4-8019-30C3-BB44-2E177C16AC2F}"/>
          </ac:spMkLst>
        </pc:spChg>
        <pc:picChg chg="add mod">
          <ac:chgData name="Patricia Elizabeth Olguin" userId="bec4288ea8c1abfb" providerId="LiveId" clId="{A5EA6D6F-0A4B-4006-85E2-1EFFB448C42D}" dt="2026-04-09T13:57:43.363" v="1825" actId="1076"/>
          <ac:picMkLst>
            <pc:docMk/>
            <pc:sldMk cId="2147166126" sldId="267"/>
            <ac:picMk id="2" creationId="{96421844-8E0C-27BB-6C94-134C3643117A}"/>
          </ac:picMkLst>
        </pc:picChg>
        <pc:picChg chg="del">
          <ac:chgData name="Patricia Elizabeth Olguin" userId="bec4288ea8c1abfb" providerId="LiveId" clId="{A5EA6D6F-0A4B-4006-85E2-1EFFB448C42D}" dt="2026-04-09T13:53:20.662" v="1746" actId="478"/>
          <ac:picMkLst>
            <pc:docMk/>
            <pc:sldMk cId="2147166126" sldId="267"/>
            <ac:picMk id="4" creationId="{3855F1E4-6370-6FD3-6783-495CF8629B99}"/>
          </ac:picMkLst>
        </pc:picChg>
      </pc:sldChg>
      <pc:sldChg chg="addSp delSp modSp add mod ord">
        <pc:chgData name="Patricia Elizabeth Olguin" userId="bec4288ea8c1abfb" providerId="LiveId" clId="{A5EA6D6F-0A4B-4006-85E2-1EFFB448C42D}" dt="2026-04-09T14:37:36.431" v="2188"/>
        <pc:sldMkLst>
          <pc:docMk/>
          <pc:sldMk cId="1347421248" sldId="268"/>
        </pc:sldMkLst>
        <pc:spChg chg="add del mod">
          <ac:chgData name="Patricia Elizabeth Olguin" userId="bec4288ea8c1abfb" providerId="LiveId" clId="{A5EA6D6F-0A4B-4006-85E2-1EFFB448C42D}" dt="2026-04-09T14:23:04.878" v="2047" actId="478"/>
          <ac:spMkLst>
            <pc:docMk/>
            <pc:sldMk cId="1347421248" sldId="268"/>
            <ac:spMk id="2" creationId="{5AA59E87-7F17-7236-AD62-CC9622B761B3}"/>
          </ac:spMkLst>
        </pc:spChg>
        <pc:spChg chg="add mod">
          <ac:chgData name="Patricia Elizabeth Olguin" userId="bec4288ea8c1abfb" providerId="LiveId" clId="{A5EA6D6F-0A4B-4006-85E2-1EFFB448C42D}" dt="2026-04-09T14:23:05.939" v="2048"/>
          <ac:spMkLst>
            <pc:docMk/>
            <pc:sldMk cId="1347421248" sldId="268"/>
            <ac:spMk id="3" creationId="{203344FE-7095-B003-EDE8-B9620E577BAE}"/>
          </ac:spMkLst>
        </pc:spChg>
        <pc:spChg chg="mod">
          <ac:chgData name="Patricia Elizabeth Olguin" userId="bec4288ea8c1abfb" providerId="LiveId" clId="{A5EA6D6F-0A4B-4006-85E2-1EFFB448C42D}" dt="2026-04-09T14:37:15.666" v="2186" actId="20577"/>
          <ac:spMkLst>
            <pc:docMk/>
            <pc:sldMk cId="1347421248" sldId="268"/>
            <ac:spMk id="8" creationId="{F6FA156C-E663-F66E-9990-6C0D04A7815A}"/>
          </ac:spMkLst>
        </pc:spChg>
      </pc:sldChg>
      <pc:sldChg chg="add del">
        <pc:chgData name="Patricia Elizabeth Olguin" userId="bec4288ea8c1abfb" providerId="LiveId" clId="{A5EA6D6F-0A4B-4006-85E2-1EFFB448C42D}" dt="2026-04-09T14:08:45.384" v="1833" actId="47"/>
        <pc:sldMkLst>
          <pc:docMk/>
          <pc:sldMk cId="3029365367" sldId="268"/>
        </pc:sldMkLst>
      </pc:sldChg>
      <pc:sldChg chg="add del">
        <pc:chgData name="Patricia Elizabeth Olguin" userId="bec4288ea8c1abfb" providerId="LiveId" clId="{A5EA6D6F-0A4B-4006-85E2-1EFFB448C42D}" dt="2026-04-09T14:08:45.384" v="1833" actId="47"/>
        <pc:sldMkLst>
          <pc:docMk/>
          <pc:sldMk cId="251589009" sldId="269"/>
        </pc:sldMkLst>
      </pc:sldChg>
      <pc:sldChg chg="addSp modSp add mod">
        <pc:chgData name="Patricia Elizabeth Olguin" userId="bec4288ea8c1abfb" providerId="LiveId" clId="{A5EA6D6F-0A4B-4006-85E2-1EFFB448C42D}" dt="2026-04-09T14:22:31.121" v="2043" actId="1076"/>
        <pc:sldMkLst>
          <pc:docMk/>
          <pc:sldMk cId="2145522210" sldId="269"/>
        </pc:sldMkLst>
        <pc:spChg chg="add mod">
          <ac:chgData name="Patricia Elizabeth Olguin" userId="bec4288ea8c1abfb" providerId="LiveId" clId="{A5EA6D6F-0A4B-4006-85E2-1EFFB448C42D}" dt="2026-04-09T14:19:41.266" v="1995" actId="1076"/>
          <ac:spMkLst>
            <pc:docMk/>
            <pc:sldMk cId="2145522210" sldId="269"/>
            <ac:spMk id="2" creationId="{DA830FA0-09CA-4E9F-9091-14D89A8F0A60}"/>
          </ac:spMkLst>
        </pc:spChg>
        <pc:spChg chg="mod">
          <ac:chgData name="Patricia Elizabeth Olguin" userId="bec4288ea8c1abfb" providerId="LiveId" clId="{A5EA6D6F-0A4B-4006-85E2-1EFFB448C42D}" dt="2026-04-09T14:22:31.121" v="2043" actId="1076"/>
          <ac:spMkLst>
            <pc:docMk/>
            <pc:sldMk cId="2145522210" sldId="269"/>
            <ac:spMk id="8" creationId="{CE29E31E-D125-F2C9-AE97-9E81203AAF22}"/>
          </ac:spMkLst>
        </pc:spChg>
      </pc:sldChg>
      <pc:sldChg chg="add del setBg">
        <pc:chgData name="Patricia Elizabeth Olguin" userId="bec4288ea8c1abfb" providerId="LiveId" clId="{A5EA6D6F-0A4B-4006-85E2-1EFFB448C42D}" dt="2026-04-09T14:17:22.940" v="1964" actId="47"/>
        <pc:sldMkLst>
          <pc:docMk/>
          <pc:sldMk cId="0" sldId="270"/>
        </pc:sldMkLst>
      </pc:sldChg>
      <pc:sldChg chg="add">
        <pc:chgData name="Patricia Elizabeth Olguin" userId="bec4288ea8c1abfb" providerId="LiveId" clId="{A5EA6D6F-0A4B-4006-85E2-1EFFB448C42D}" dt="2026-04-09T14:17:19.820" v="1963"/>
        <pc:sldMkLst>
          <pc:docMk/>
          <pc:sldMk cId="0" sldId="271"/>
        </pc:sldMkLst>
      </pc:sldChg>
      <pc:sldChg chg="add">
        <pc:chgData name="Patricia Elizabeth Olguin" userId="bec4288ea8c1abfb" providerId="LiveId" clId="{A5EA6D6F-0A4B-4006-85E2-1EFFB448C42D}" dt="2026-04-09T14:17:42.022" v="1966"/>
        <pc:sldMkLst>
          <pc:docMk/>
          <pc:sldMk cId="0" sldId="272"/>
        </pc:sldMkLst>
      </pc:sldChg>
      <pc:sldChg chg="addSp delSp modSp new mod">
        <pc:chgData name="Patricia Elizabeth Olguin" userId="bec4288ea8c1abfb" providerId="LiveId" clId="{A5EA6D6F-0A4B-4006-85E2-1EFFB448C42D}" dt="2026-04-09T14:35:59.115" v="2169" actId="14100"/>
        <pc:sldMkLst>
          <pc:docMk/>
          <pc:sldMk cId="1320648586" sldId="273"/>
        </pc:sldMkLst>
        <pc:spChg chg="del">
          <ac:chgData name="Patricia Elizabeth Olguin" userId="bec4288ea8c1abfb" providerId="LiveId" clId="{A5EA6D6F-0A4B-4006-85E2-1EFFB448C42D}" dt="2026-04-09T14:26:53.570" v="2058" actId="478"/>
          <ac:spMkLst>
            <pc:docMk/>
            <pc:sldMk cId="1320648586" sldId="273"/>
            <ac:spMk id="2" creationId="{E7EA4C87-ECDB-4B15-9395-94202EC04F42}"/>
          </ac:spMkLst>
        </pc:spChg>
        <pc:spChg chg="add mod">
          <ac:chgData name="Patricia Elizabeth Olguin" userId="bec4288ea8c1abfb" providerId="LiveId" clId="{A5EA6D6F-0A4B-4006-85E2-1EFFB448C42D}" dt="2026-04-09T14:32:43.595" v="2159" actId="13926"/>
          <ac:spMkLst>
            <pc:docMk/>
            <pc:sldMk cId="1320648586" sldId="273"/>
            <ac:spMk id="6" creationId="{556B115F-326A-743A-661C-F8915F22E1EE}"/>
          </ac:spMkLst>
        </pc:spChg>
        <pc:spChg chg="add mod">
          <ac:chgData name="Patricia Elizabeth Olguin" userId="bec4288ea8c1abfb" providerId="LiveId" clId="{A5EA6D6F-0A4B-4006-85E2-1EFFB448C42D}" dt="2026-04-09T14:31:59.499" v="2156" actId="1076"/>
          <ac:spMkLst>
            <pc:docMk/>
            <pc:sldMk cId="1320648586" sldId="273"/>
            <ac:spMk id="8" creationId="{28963F10-B062-AC40-39D8-F7EBEC2F9E0E}"/>
          </ac:spMkLst>
        </pc:spChg>
        <pc:spChg chg="add mod">
          <ac:chgData name="Patricia Elizabeth Olguin" userId="bec4288ea8c1abfb" providerId="LiveId" clId="{A5EA6D6F-0A4B-4006-85E2-1EFFB448C42D}" dt="2026-04-09T14:31:35.802" v="2153" actId="1076"/>
          <ac:spMkLst>
            <pc:docMk/>
            <pc:sldMk cId="1320648586" sldId="273"/>
            <ac:spMk id="10" creationId="{94204BCB-AA37-1027-DB51-BD264636F596}"/>
          </ac:spMkLst>
        </pc:spChg>
        <pc:picChg chg="add del mod">
          <ac:chgData name="Patricia Elizabeth Olguin" userId="bec4288ea8c1abfb" providerId="LiveId" clId="{A5EA6D6F-0A4B-4006-85E2-1EFFB448C42D}" dt="2026-04-09T14:34:58.657" v="2160" actId="478"/>
          <ac:picMkLst>
            <pc:docMk/>
            <pc:sldMk cId="1320648586" sldId="273"/>
            <ac:picMk id="4" creationId="{19A7B475-7274-0757-DA20-19761A0E93AD}"/>
          </ac:picMkLst>
        </pc:picChg>
        <pc:picChg chg="add mod modCrop">
          <ac:chgData name="Patricia Elizabeth Olguin" userId="bec4288ea8c1abfb" providerId="LiveId" clId="{A5EA6D6F-0A4B-4006-85E2-1EFFB448C42D}" dt="2026-04-09T14:35:59.115" v="2169" actId="14100"/>
          <ac:picMkLst>
            <pc:docMk/>
            <pc:sldMk cId="1320648586" sldId="273"/>
            <ac:picMk id="12" creationId="{96F3125C-2BF4-00DD-3D70-FE13248C0823}"/>
          </ac:picMkLst>
        </pc:picChg>
      </pc:sldChg>
      <pc:sldChg chg="addSp delSp modSp add mod">
        <pc:chgData name="Patricia Elizabeth Olguin" userId="bec4288ea8c1abfb" providerId="LiveId" clId="{A5EA6D6F-0A4B-4006-85E2-1EFFB448C42D}" dt="2026-04-09T14:59:20.524" v="3107" actId="1076"/>
        <pc:sldMkLst>
          <pc:docMk/>
          <pc:sldMk cId="3010303181" sldId="274"/>
        </pc:sldMkLst>
        <pc:spChg chg="mod">
          <ac:chgData name="Patricia Elizabeth Olguin" userId="bec4288ea8c1abfb" providerId="LiveId" clId="{A5EA6D6F-0A4B-4006-85E2-1EFFB448C42D}" dt="2026-04-09T14:59:20.524" v="3107" actId="1076"/>
          <ac:spMkLst>
            <pc:docMk/>
            <pc:sldMk cId="3010303181" sldId="274"/>
            <ac:spMk id="2" creationId="{F26C1F25-F1C3-CDAA-A639-DC23AB3D5531}"/>
          </ac:spMkLst>
        </pc:spChg>
        <pc:spChg chg="add mod">
          <ac:chgData name="Patricia Elizabeth Olguin" userId="bec4288ea8c1abfb" providerId="LiveId" clId="{A5EA6D6F-0A4B-4006-85E2-1EFFB448C42D}" dt="2026-04-09T14:59:11.069" v="3105" actId="1076"/>
          <ac:spMkLst>
            <pc:docMk/>
            <pc:sldMk cId="3010303181" sldId="274"/>
            <ac:spMk id="3" creationId="{13394B2B-E90A-0E42-BCCB-A43056C06CC0}"/>
          </ac:spMkLst>
        </pc:spChg>
        <pc:spChg chg="del">
          <ac:chgData name="Patricia Elizabeth Olguin" userId="bec4288ea8c1abfb" providerId="LiveId" clId="{A5EA6D6F-0A4B-4006-85E2-1EFFB448C42D}" dt="2026-04-09T14:57:26.282" v="3080" actId="478"/>
          <ac:spMkLst>
            <pc:docMk/>
            <pc:sldMk cId="3010303181" sldId="274"/>
            <ac:spMk id="70" creationId="{553368A6-530C-5BA1-E8DB-795D0BF02D7F}"/>
          </ac:spMkLst>
        </pc:spChg>
        <pc:spChg chg="mod">
          <ac:chgData name="Patricia Elizabeth Olguin" userId="bec4288ea8c1abfb" providerId="LiveId" clId="{A5EA6D6F-0A4B-4006-85E2-1EFFB448C42D}" dt="2026-04-09T14:59:14.161" v="3106" actId="1076"/>
          <ac:spMkLst>
            <pc:docMk/>
            <pc:sldMk cId="3010303181" sldId="274"/>
            <ac:spMk id="71" creationId="{D2A7687D-4DCF-CF0D-B9C9-EB14B41E009A}"/>
          </ac:spMkLst>
        </pc:spChg>
      </pc:sldChg>
      <pc:sldMasterChg chg="setBg delSldLayout modSldLayout">
        <pc:chgData name="Patricia Elizabeth Olguin" userId="bec4288ea8c1abfb" providerId="LiveId" clId="{A5EA6D6F-0A4B-4006-85E2-1EFFB448C42D}" dt="2026-04-09T14:17:44.089" v="1967" actId="47"/>
        <pc:sldMasterMkLst>
          <pc:docMk/>
          <pc:sldMasterMk cId="0" sldId="2147483648"/>
        </pc:sldMasterMkLst>
        <pc:sldLayoutChg chg="del setBg">
          <pc:chgData name="Patricia Elizabeth Olguin" userId="bec4288ea8c1abfb" providerId="LiveId" clId="{A5EA6D6F-0A4B-4006-85E2-1EFFB448C42D}" dt="2026-04-09T14:17:44.089" v="1967" actId="47"/>
          <pc:sldLayoutMkLst>
            <pc:docMk/>
            <pc:sldMasterMk cId="0" sldId="2147483648"/>
            <pc:sldLayoutMk cId="0" sldId="2147483649"/>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0"/>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1"/>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2"/>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3"/>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4"/>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5"/>
          </pc:sldLayoutMkLst>
        </pc:sldLayoutChg>
        <pc:sldLayoutChg chg="del setBg">
          <pc:chgData name="Patricia Elizabeth Olguin" userId="bec4288ea8c1abfb" providerId="LiveId" clId="{A5EA6D6F-0A4B-4006-85E2-1EFFB448C42D}" dt="2026-04-09T14:07:12.983" v="1827" actId="47"/>
          <pc:sldLayoutMkLst>
            <pc:docMk/>
            <pc:sldMasterMk cId="0" sldId="2147483648"/>
            <pc:sldLayoutMk cId="0" sldId="2147483656"/>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7"/>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8"/>
          </pc:sldLayoutMkLst>
        </pc:sldLayoutChg>
        <pc:sldLayoutChg chg="setBg">
          <pc:chgData name="Patricia Elizabeth Olguin" userId="bec4288ea8c1abfb" providerId="LiveId" clId="{A5EA6D6F-0A4B-4006-85E2-1EFFB448C42D}" dt="2026-04-09T13:58:04.958" v="1826"/>
          <pc:sldLayoutMkLst>
            <pc:docMk/>
            <pc:sldMasterMk cId="0" sldId="2147483648"/>
            <pc:sldLayoutMk cId="0" sldId="2147483659"/>
          </pc:sldLayoutMkLst>
        </pc:sldLayoutChg>
        <pc:sldLayoutChg chg="del">
          <pc:chgData name="Patricia Elizabeth Olguin" userId="bec4288ea8c1abfb" providerId="LiveId" clId="{A5EA6D6F-0A4B-4006-85E2-1EFFB448C42D}" dt="2026-04-09T13:37:59.114" v="1529" actId="47"/>
          <pc:sldLayoutMkLst>
            <pc:docMk/>
            <pc:sldMasterMk cId="0" sldId="2147483648"/>
            <pc:sldLayoutMk cId="0"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extLst>
      <p:ext uri="{BB962C8B-B14F-4D97-AF65-F5344CB8AC3E}">
        <p14:creationId xmlns:p14="http://schemas.microsoft.com/office/powerpoint/2010/main" val="39434016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57" name="Google Shape;5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205516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95d08602ed_0_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12780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4411E00-AACC-F9DB-C654-19D2C61E95A0}"/>
            </a:ext>
          </a:extLst>
        </p:cNvPr>
        <p:cNvGrpSpPr/>
        <p:nvPr/>
      </p:nvGrpSpPr>
      <p:grpSpPr>
        <a:xfrm>
          <a:off x="0" y="0"/>
          <a:ext cx="0" cy="0"/>
          <a:chOff x="0" y="0"/>
          <a:chExt cx="0" cy="0"/>
        </a:xfrm>
      </p:grpSpPr>
      <p:sp>
        <p:nvSpPr>
          <p:cNvPr id="67" name="Google Shape;67;g395d08602ed_0_7:notes">
            <a:extLst>
              <a:ext uri="{FF2B5EF4-FFF2-40B4-BE49-F238E27FC236}">
                <a16:creationId xmlns:a16="http://schemas.microsoft.com/office/drawing/2014/main" id="{E1D0347D-8CC6-B837-5450-A1B37CB9AB90}"/>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a:extLst>
              <a:ext uri="{FF2B5EF4-FFF2-40B4-BE49-F238E27FC236}">
                <a16:creationId xmlns:a16="http://schemas.microsoft.com/office/drawing/2014/main" id="{EC97EA26-B5CE-FB29-A7FD-F6C834E7B8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645280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4C8B59E2-FDEB-14D2-1B66-8582AE8E79ED}"/>
            </a:ext>
          </a:extLst>
        </p:cNvPr>
        <p:cNvGrpSpPr/>
        <p:nvPr/>
      </p:nvGrpSpPr>
      <p:grpSpPr>
        <a:xfrm>
          <a:off x="0" y="0"/>
          <a:ext cx="0" cy="0"/>
          <a:chOff x="0" y="0"/>
          <a:chExt cx="0" cy="0"/>
        </a:xfrm>
      </p:grpSpPr>
      <p:sp>
        <p:nvSpPr>
          <p:cNvPr id="67" name="Google Shape;67;g395d08602ed_0_7:notes">
            <a:extLst>
              <a:ext uri="{FF2B5EF4-FFF2-40B4-BE49-F238E27FC236}">
                <a16:creationId xmlns:a16="http://schemas.microsoft.com/office/drawing/2014/main" id="{7397D857-D7CE-CC54-AC62-484F490E666A}"/>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a:extLst>
              <a:ext uri="{FF2B5EF4-FFF2-40B4-BE49-F238E27FC236}">
                <a16:creationId xmlns:a16="http://schemas.microsoft.com/office/drawing/2014/main" id="{5625D909-45EA-7CC8-B426-8EB3F68019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538225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68E5A8DD-9278-BCA4-8302-2AEE73123218}"/>
            </a:ext>
          </a:extLst>
        </p:cNvPr>
        <p:cNvGrpSpPr/>
        <p:nvPr/>
      </p:nvGrpSpPr>
      <p:grpSpPr>
        <a:xfrm>
          <a:off x="0" y="0"/>
          <a:ext cx="0" cy="0"/>
          <a:chOff x="0" y="0"/>
          <a:chExt cx="0" cy="0"/>
        </a:xfrm>
      </p:grpSpPr>
      <p:sp>
        <p:nvSpPr>
          <p:cNvPr id="67" name="Google Shape;67;g395d08602ed_0_7:notes">
            <a:extLst>
              <a:ext uri="{FF2B5EF4-FFF2-40B4-BE49-F238E27FC236}">
                <a16:creationId xmlns:a16="http://schemas.microsoft.com/office/drawing/2014/main" id="{8389A8CE-6A06-A7BD-7A95-46BFF3530B3D}"/>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a:extLst>
              <a:ext uri="{FF2B5EF4-FFF2-40B4-BE49-F238E27FC236}">
                <a16:creationId xmlns:a16="http://schemas.microsoft.com/office/drawing/2014/main" id="{EB868080-B799-D673-967E-366B50476D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208923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BB35E9E-8CE6-CFC6-2B36-C5D409F6B13D}"/>
            </a:ext>
          </a:extLst>
        </p:cNvPr>
        <p:cNvGrpSpPr/>
        <p:nvPr/>
      </p:nvGrpSpPr>
      <p:grpSpPr>
        <a:xfrm>
          <a:off x="0" y="0"/>
          <a:ext cx="0" cy="0"/>
          <a:chOff x="0" y="0"/>
          <a:chExt cx="0" cy="0"/>
        </a:xfrm>
      </p:grpSpPr>
      <p:sp>
        <p:nvSpPr>
          <p:cNvPr id="67" name="Google Shape;67;g395d08602ed_0_7:notes">
            <a:extLst>
              <a:ext uri="{FF2B5EF4-FFF2-40B4-BE49-F238E27FC236}">
                <a16:creationId xmlns:a16="http://schemas.microsoft.com/office/drawing/2014/main" id="{99A1A744-AF5B-EC17-6A21-4C3B0593B281}"/>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a:extLst>
              <a:ext uri="{FF2B5EF4-FFF2-40B4-BE49-F238E27FC236}">
                <a16:creationId xmlns:a16="http://schemas.microsoft.com/office/drawing/2014/main" id="{74916B25-88D3-AF74-9E9F-E7E88F7F6A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650098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585CF14C-B020-3B6D-41B3-16D6E7436D36}"/>
            </a:ext>
          </a:extLst>
        </p:cNvPr>
        <p:cNvGrpSpPr/>
        <p:nvPr/>
      </p:nvGrpSpPr>
      <p:grpSpPr>
        <a:xfrm>
          <a:off x="0" y="0"/>
          <a:ext cx="0" cy="0"/>
          <a:chOff x="0" y="0"/>
          <a:chExt cx="0" cy="0"/>
        </a:xfrm>
      </p:grpSpPr>
      <p:sp>
        <p:nvSpPr>
          <p:cNvPr id="67" name="Google Shape;67;g395d08602ed_0_7:notes">
            <a:extLst>
              <a:ext uri="{FF2B5EF4-FFF2-40B4-BE49-F238E27FC236}">
                <a16:creationId xmlns:a16="http://schemas.microsoft.com/office/drawing/2014/main" id="{7725D516-3B3D-04B6-BCCB-4749AC8D51E6}"/>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a:extLst>
              <a:ext uri="{FF2B5EF4-FFF2-40B4-BE49-F238E27FC236}">
                <a16:creationId xmlns:a16="http://schemas.microsoft.com/office/drawing/2014/main" id="{7DA8CE83-7E4A-5107-08C3-C845562AF2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085861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6EA34558-9F74-9872-30C9-F5D4B0AD191B}"/>
            </a:ext>
          </a:extLst>
        </p:cNvPr>
        <p:cNvGrpSpPr/>
        <p:nvPr/>
      </p:nvGrpSpPr>
      <p:grpSpPr>
        <a:xfrm>
          <a:off x="0" y="0"/>
          <a:ext cx="0" cy="0"/>
          <a:chOff x="0" y="0"/>
          <a:chExt cx="0" cy="0"/>
        </a:xfrm>
      </p:grpSpPr>
      <p:sp>
        <p:nvSpPr>
          <p:cNvPr id="67" name="Google Shape;67;g395d08602ed_0_7:notes">
            <a:extLst>
              <a:ext uri="{FF2B5EF4-FFF2-40B4-BE49-F238E27FC236}">
                <a16:creationId xmlns:a16="http://schemas.microsoft.com/office/drawing/2014/main" id="{CA06EE8F-5A05-D258-EDC9-BB6F0E79DF7A}"/>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a:extLst>
              <a:ext uri="{FF2B5EF4-FFF2-40B4-BE49-F238E27FC236}">
                <a16:creationId xmlns:a16="http://schemas.microsoft.com/office/drawing/2014/main" id="{23498011-0FC6-407E-4030-21DB00F38D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230253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5FB2DD40-1283-12BC-89D6-223AF9D8D16D}"/>
            </a:ext>
          </a:extLst>
        </p:cNvPr>
        <p:cNvGrpSpPr/>
        <p:nvPr/>
      </p:nvGrpSpPr>
      <p:grpSpPr>
        <a:xfrm>
          <a:off x="0" y="0"/>
          <a:ext cx="0" cy="0"/>
          <a:chOff x="0" y="0"/>
          <a:chExt cx="0" cy="0"/>
        </a:xfrm>
      </p:grpSpPr>
      <p:sp>
        <p:nvSpPr>
          <p:cNvPr id="67" name="Google Shape;67;g395d08602ed_0_7:notes">
            <a:extLst>
              <a:ext uri="{FF2B5EF4-FFF2-40B4-BE49-F238E27FC236}">
                <a16:creationId xmlns:a16="http://schemas.microsoft.com/office/drawing/2014/main" id="{FD817EB4-C292-37FE-0FB7-928EAA278314}"/>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8" name="Google Shape;68;g395d08602ed_0_7:notes">
            <a:extLst>
              <a:ext uri="{FF2B5EF4-FFF2-40B4-BE49-F238E27FC236}">
                <a16:creationId xmlns:a16="http://schemas.microsoft.com/office/drawing/2014/main" id="{4C9E4646-E410-415E-7F4E-4A9176F5BC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773847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95d08602e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g395d08602ed_0_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subtítulo" type="title">
  <p:cSld name="TITLE">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1778000" y="2298700"/>
            <a:ext cx="20828000" cy="46482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8"/>
          <p:cNvSpPr txBox="1">
            <a:spLocks noGrp="1"/>
          </p:cNvSpPr>
          <p:nvPr>
            <p:ph type="body" idx="1"/>
          </p:nvPr>
        </p:nvSpPr>
        <p:spPr>
          <a:xfrm>
            <a:off x="1778000" y="7073900"/>
            <a:ext cx="20828000" cy="15875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5400"/>
              <a:buFont typeface="Helvetica Neue"/>
              <a:buNone/>
              <a:defRPr sz="5400"/>
            </a:lvl1pPr>
            <a:lvl2pPr marL="914400" lvl="1" indent="-228600" algn="ctr">
              <a:lnSpc>
                <a:spcPct val="100000"/>
              </a:lnSpc>
              <a:spcBef>
                <a:spcPts val="0"/>
              </a:spcBef>
              <a:spcAft>
                <a:spcPts val="0"/>
              </a:spcAft>
              <a:buClr>
                <a:srgbClr val="000000"/>
              </a:buClr>
              <a:buSzPts val="5400"/>
              <a:buFont typeface="Helvetica Neue"/>
              <a:buNone/>
              <a:defRPr sz="5400"/>
            </a:lvl2pPr>
            <a:lvl3pPr marL="1371600" lvl="2" indent="-228600" algn="ctr">
              <a:lnSpc>
                <a:spcPct val="100000"/>
              </a:lnSpc>
              <a:spcBef>
                <a:spcPts val="0"/>
              </a:spcBef>
              <a:spcAft>
                <a:spcPts val="0"/>
              </a:spcAft>
              <a:buClr>
                <a:srgbClr val="000000"/>
              </a:buClr>
              <a:buSzPts val="5400"/>
              <a:buFont typeface="Helvetica Neue"/>
              <a:buNone/>
              <a:defRPr sz="5400"/>
            </a:lvl3pPr>
            <a:lvl4pPr marL="1828800" lvl="3" indent="-228600" algn="ctr">
              <a:lnSpc>
                <a:spcPct val="100000"/>
              </a:lnSpc>
              <a:spcBef>
                <a:spcPts val="0"/>
              </a:spcBef>
              <a:spcAft>
                <a:spcPts val="0"/>
              </a:spcAft>
              <a:buClr>
                <a:srgbClr val="000000"/>
              </a:buClr>
              <a:buSzPts val="5400"/>
              <a:buFont typeface="Helvetica Neue"/>
              <a:buNone/>
              <a:defRPr sz="5400"/>
            </a:lvl4pPr>
            <a:lvl5pPr marL="2286000" lvl="4" indent="-228600" algn="ctr">
              <a:lnSpc>
                <a:spcPct val="100000"/>
              </a:lnSpc>
              <a:spcBef>
                <a:spcPts val="0"/>
              </a:spcBef>
              <a:spcAft>
                <a:spcPts val="0"/>
              </a:spcAft>
              <a:buClr>
                <a:srgbClr val="000000"/>
              </a:buClr>
              <a:buSzPts val="5400"/>
              <a:buFont typeface="Helvetica Neue"/>
              <a:buNone/>
              <a:defRPr sz="54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16" name="Google Shape;16;p8"/>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to (horizontal)">
  <p:cSld name="Foto (horizontal)">
    <p:spTree>
      <p:nvGrpSpPr>
        <p:cNvPr id="1" name="Shape 17"/>
        <p:cNvGrpSpPr/>
        <p:nvPr/>
      </p:nvGrpSpPr>
      <p:grpSpPr>
        <a:xfrm>
          <a:off x="0" y="0"/>
          <a:ext cx="0" cy="0"/>
          <a:chOff x="0" y="0"/>
          <a:chExt cx="0" cy="0"/>
        </a:xfrm>
      </p:grpSpPr>
      <p:sp>
        <p:nvSpPr>
          <p:cNvPr id="18" name="Google Shape;18;p9"/>
          <p:cNvSpPr>
            <a:spLocks noGrp="1"/>
          </p:cNvSpPr>
          <p:nvPr>
            <p:ph type="pic" idx="2"/>
          </p:nvPr>
        </p:nvSpPr>
        <p:spPr>
          <a:xfrm>
            <a:off x="3125968" y="-393700"/>
            <a:ext cx="18135601" cy="12090400"/>
          </a:xfrm>
          <a:prstGeom prst="rect">
            <a:avLst/>
          </a:prstGeom>
          <a:noFill/>
          <a:ln>
            <a:noFill/>
          </a:ln>
        </p:spPr>
      </p:sp>
      <p:sp>
        <p:nvSpPr>
          <p:cNvPr id="19" name="Google Shape;19;p9"/>
          <p:cNvSpPr txBox="1">
            <a:spLocks noGrp="1"/>
          </p:cNvSpPr>
          <p:nvPr>
            <p:ph type="title"/>
          </p:nvPr>
        </p:nvSpPr>
        <p:spPr>
          <a:xfrm>
            <a:off x="635000" y="9512300"/>
            <a:ext cx="23114000" cy="20066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9"/>
          <p:cNvSpPr txBox="1">
            <a:spLocks noGrp="1"/>
          </p:cNvSpPr>
          <p:nvPr>
            <p:ph type="body" idx="1"/>
          </p:nvPr>
        </p:nvSpPr>
        <p:spPr>
          <a:xfrm>
            <a:off x="635000" y="11442700"/>
            <a:ext cx="23114000" cy="15875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5400"/>
              <a:buFont typeface="Helvetica Neue"/>
              <a:buNone/>
              <a:defRPr sz="5400"/>
            </a:lvl1pPr>
            <a:lvl2pPr marL="914400" lvl="1" indent="-228600" algn="ctr">
              <a:lnSpc>
                <a:spcPct val="100000"/>
              </a:lnSpc>
              <a:spcBef>
                <a:spcPts val="0"/>
              </a:spcBef>
              <a:spcAft>
                <a:spcPts val="0"/>
              </a:spcAft>
              <a:buClr>
                <a:srgbClr val="000000"/>
              </a:buClr>
              <a:buSzPts val="5400"/>
              <a:buFont typeface="Helvetica Neue"/>
              <a:buNone/>
              <a:defRPr sz="5400"/>
            </a:lvl2pPr>
            <a:lvl3pPr marL="1371600" lvl="2" indent="-228600" algn="ctr">
              <a:lnSpc>
                <a:spcPct val="100000"/>
              </a:lnSpc>
              <a:spcBef>
                <a:spcPts val="0"/>
              </a:spcBef>
              <a:spcAft>
                <a:spcPts val="0"/>
              </a:spcAft>
              <a:buClr>
                <a:srgbClr val="000000"/>
              </a:buClr>
              <a:buSzPts val="5400"/>
              <a:buFont typeface="Helvetica Neue"/>
              <a:buNone/>
              <a:defRPr sz="5400"/>
            </a:lvl3pPr>
            <a:lvl4pPr marL="1828800" lvl="3" indent="-228600" algn="ctr">
              <a:lnSpc>
                <a:spcPct val="100000"/>
              </a:lnSpc>
              <a:spcBef>
                <a:spcPts val="0"/>
              </a:spcBef>
              <a:spcAft>
                <a:spcPts val="0"/>
              </a:spcAft>
              <a:buClr>
                <a:srgbClr val="000000"/>
              </a:buClr>
              <a:buSzPts val="5400"/>
              <a:buFont typeface="Helvetica Neue"/>
              <a:buNone/>
              <a:defRPr sz="5400"/>
            </a:lvl4pPr>
            <a:lvl5pPr marL="2286000" lvl="4" indent="-228600" algn="ctr">
              <a:lnSpc>
                <a:spcPct val="100000"/>
              </a:lnSpc>
              <a:spcBef>
                <a:spcPts val="0"/>
              </a:spcBef>
              <a:spcAft>
                <a:spcPts val="0"/>
              </a:spcAft>
              <a:buClr>
                <a:srgbClr val="000000"/>
              </a:buClr>
              <a:buSzPts val="5400"/>
              <a:buFont typeface="Helvetica Neue"/>
              <a:buNone/>
              <a:defRPr sz="54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21" name="Google Shape;21;p9"/>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centro)">
  <p:cSld name="Título (centro)">
    <p:spTree>
      <p:nvGrpSpPr>
        <p:cNvPr id="1" name="Shape 22"/>
        <p:cNvGrpSpPr/>
        <p:nvPr/>
      </p:nvGrpSpPr>
      <p:grpSpPr>
        <a:xfrm>
          <a:off x="0" y="0"/>
          <a:ext cx="0" cy="0"/>
          <a:chOff x="0" y="0"/>
          <a:chExt cx="0" cy="0"/>
        </a:xfrm>
      </p:grpSpPr>
      <p:sp>
        <p:nvSpPr>
          <p:cNvPr id="23" name="Google Shape;23;p10"/>
          <p:cNvSpPr txBox="1">
            <a:spLocks noGrp="1"/>
          </p:cNvSpPr>
          <p:nvPr>
            <p:ph type="title"/>
          </p:nvPr>
        </p:nvSpPr>
        <p:spPr>
          <a:xfrm>
            <a:off x="1778000" y="4533900"/>
            <a:ext cx="20828000" cy="46482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10"/>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Foto (vertical)">
  <p:cSld name="Foto (vertical)">
    <p:spTree>
      <p:nvGrpSpPr>
        <p:cNvPr id="1" name="Shape 25"/>
        <p:cNvGrpSpPr/>
        <p:nvPr/>
      </p:nvGrpSpPr>
      <p:grpSpPr>
        <a:xfrm>
          <a:off x="0" y="0"/>
          <a:ext cx="0" cy="0"/>
          <a:chOff x="0" y="0"/>
          <a:chExt cx="0" cy="0"/>
        </a:xfrm>
      </p:grpSpPr>
      <p:sp>
        <p:nvSpPr>
          <p:cNvPr id="26" name="Google Shape;26;p11"/>
          <p:cNvSpPr>
            <a:spLocks noGrp="1"/>
          </p:cNvSpPr>
          <p:nvPr>
            <p:ph type="pic" idx="2"/>
          </p:nvPr>
        </p:nvSpPr>
        <p:spPr>
          <a:xfrm>
            <a:off x="12827000" y="952500"/>
            <a:ext cx="11468100" cy="11468100"/>
          </a:xfrm>
          <a:prstGeom prst="rect">
            <a:avLst/>
          </a:prstGeom>
          <a:noFill/>
          <a:ln>
            <a:noFill/>
          </a:ln>
        </p:spPr>
      </p:sp>
      <p:sp>
        <p:nvSpPr>
          <p:cNvPr id="27" name="Google Shape;27;p11"/>
          <p:cNvSpPr txBox="1">
            <a:spLocks noGrp="1"/>
          </p:cNvSpPr>
          <p:nvPr>
            <p:ph type="title"/>
          </p:nvPr>
        </p:nvSpPr>
        <p:spPr>
          <a:xfrm>
            <a:off x="1651000" y="952500"/>
            <a:ext cx="10223500" cy="55499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8400"/>
              <a:buFont typeface="Helvetica Neue"/>
              <a:buNone/>
              <a:defRPr sz="8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11"/>
          <p:cNvSpPr txBox="1">
            <a:spLocks noGrp="1"/>
          </p:cNvSpPr>
          <p:nvPr>
            <p:ph type="body" idx="1"/>
          </p:nvPr>
        </p:nvSpPr>
        <p:spPr>
          <a:xfrm>
            <a:off x="1651000" y="6527800"/>
            <a:ext cx="10223500" cy="57277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5400"/>
              <a:buFont typeface="Helvetica Neue"/>
              <a:buNone/>
              <a:defRPr sz="5400"/>
            </a:lvl1pPr>
            <a:lvl2pPr marL="914400" lvl="1" indent="-228600" algn="ctr">
              <a:lnSpc>
                <a:spcPct val="100000"/>
              </a:lnSpc>
              <a:spcBef>
                <a:spcPts val="0"/>
              </a:spcBef>
              <a:spcAft>
                <a:spcPts val="0"/>
              </a:spcAft>
              <a:buClr>
                <a:srgbClr val="000000"/>
              </a:buClr>
              <a:buSzPts val="5400"/>
              <a:buFont typeface="Helvetica Neue"/>
              <a:buNone/>
              <a:defRPr sz="5400"/>
            </a:lvl2pPr>
            <a:lvl3pPr marL="1371600" lvl="2" indent="-228600" algn="ctr">
              <a:lnSpc>
                <a:spcPct val="100000"/>
              </a:lnSpc>
              <a:spcBef>
                <a:spcPts val="0"/>
              </a:spcBef>
              <a:spcAft>
                <a:spcPts val="0"/>
              </a:spcAft>
              <a:buClr>
                <a:srgbClr val="000000"/>
              </a:buClr>
              <a:buSzPts val="5400"/>
              <a:buFont typeface="Helvetica Neue"/>
              <a:buNone/>
              <a:defRPr sz="5400"/>
            </a:lvl3pPr>
            <a:lvl4pPr marL="1828800" lvl="3" indent="-228600" algn="ctr">
              <a:lnSpc>
                <a:spcPct val="100000"/>
              </a:lnSpc>
              <a:spcBef>
                <a:spcPts val="0"/>
              </a:spcBef>
              <a:spcAft>
                <a:spcPts val="0"/>
              </a:spcAft>
              <a:buClr>
                <a:srgbClr val="000000"/>
              </a:buClr>
              <a:buSzPts val="5400"/>
              <a:buFont typeface="Helvetica Neue"/>
              <a:buNone/>
              <a:defRPr sz="5400"/>
            </a:lvl4pPr>
            <a:lvl5pPr marL="2286000" lvl="4" indent="-228600" algn="ctr">
              <a:lnSpc>
                <a:spcPct val="100000"/>
              </a:lnSpc>
              <a:spcBef>
                <a:spcPts val="0"/>
              </a:spcBef>
              <a:spcAft>
                <a:spcPts val="0"/>
              </a:spcAft>
              <a:buClr>
                <a:srgbClr val="000000"/>
              </a:buClr>
              <a:buSzPts val="5400"/>
              <a:buFont typeface="Helvetica Neue"/>
              <a:buNone/>
              <a:defRPr sz="54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29" name="Google Shape;29;p11"/>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arriba)">
  <p:cSld name="Título (arriba)">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2" name="Google Shape;32;p12"/>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viñetas y foto">
  <p:cSld name="Título, viñetas y foto">
    <p:spTree>
      <p:nvGrpSpPr>
        <p:cNvPr id="1" name="Shape 33"/>
        <p:cNvGrpSpPr/>
        <p:nvPr/>
      </p:nvGrpSpPr>
      <p:grpSpPr>
        <a:xfrm>
          <a:off x="0" y="0"/>
          <a:ext cx="0" cy="0"/>
          <a:chOff x="0" y="0"/>
          <a:chExt cx="0" cy="0"/>
        </a:xfrm>
      </p:grpSpPr>
      <p:sp>
        <p:nvSpPr>
          <p:cNvPr id="34" name="Google Shape;34;p13"/>
          <p:cNvSpPr>
            <a:spLocks noGrp="1"/>
          </p:cNvSpPr>
          <p:nvPr>
            <p:ph type="pic" idx="2"/>
          </p:nvPr>
        </p:nvSpPr>
        <p:spPr>
          <a:xfrm>
            <a:off x="10960100" y="3149600"/>
            <a:ext cx="13944600" cy="9296400"/>
          </a:xfrm>
          <a:prstGeom prst="rect">
            <a:avLst/>
          </a:prstGeom>
          <a:noFill/>
          <a:ln>
            <a:noFill/>
          </a:ln>
        </p:spPr>
      </p:sp>
      <p:sp>
        <p:nvSpPr>
          <p:cNvPr id="35" name="Google Shape;35;p13"/>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13"/>
          <p:cNvSpPr txBox="1">
            <a:spLocks noGrp="1"/>
          </p:cNvSpPr>
          <p:nvPr>
            <p:ph type="body" idx="1"/>
          </p:nvPr>
        </p:nvSpPr>
        <p:spPr>
          <a:xfrm>
            <a:off x="1689100" y="3149600"/>
            <a:ext cx="10223500" cy="9296400"/>
          </a:xfrm>
          <a:prstGeom prst="rect">
            <a:avLst/>
          </a:prstGeom>
          <a:noFill/>
          <a:ln>
            <a:noFill/>
          </a:ln>
        </p:spPr>
        <p:txBody>
          <a:bodyPr spcFirstLastPara="1" wrap="square" lIns="50800" tIns="50800" rIns="50800" bIns="50800" anchor="ctr" anchorCtr="0">
            <a:normAutofit/>
          </a:bodyPr>
          <a:lstStyle>
            <a:lvl1pPr marL="457200" lvl="0" indent="-530225" algn="l">
              <a:lnSpc>
                <a:spcPct val="100000"/>
              </a:lnSpc>
              <a:spcBef>
                <a:spcPts val="4500"/>
              </a:spcBef>
              <a:spcAft>
                <a:spcPts val="0"/>
              </a:spcAft>
              <a:buClr>
                <a:srgbClr val="000000"/>
              </a:buClr>
              <a:buSzPts val="4750"/>
              <a:buFont typeface="Helvetica Neue"/>
              <a:buChar char="•"/>
              <a:defRPr sz="3800"/>
            </a:lvl1pPr>
            <a:lvl2pPr marL="914400" lvl="1" indent="-530225" algn="l">
              <a:lnSpc>
                <a:spcPct val="100000"/>
              </a:lnSpc>
              <a:spcBef>
                <a:spcPts val="4500"/>
              </a:spcBef>
              <a:spcAft>
                <a:spcPts val="0"/>
              </a:spcAft>
              <a:buClr>
                <a:srgbClr val="000000"/>
              </a:buClr>
              <a:buSzPts val="4750"/>
              <a:buFont typeface="Helvetica Neue"/>
              <a:buChar char="•"/>
              <a:defRPr sz="3800"/>
            </a:lvl2pPr>
            <a:lvl3pPr marL="1371600" lvl="2" indent="-530225" algn="l">
              <a:lnSpc>
                <a:spcPct val="100000"/>
              </a:lnSpc>
              <a:spcBef>
                <a:spcPts val="4500"/>
              </a:spcBef>
              <a:spcAft>
                <a:spcPts val="0"/>
              </a:spcAft>
              <a:buClr>
                <a:srgbClr val="000000"/>
              </a:buClr>
              <a:buSzPts val="4750"/>
              <a:buFont typeface="Helvetica Neue"/>
              <a:buChar char="•"/>
              <a:defRPr sz="3800"/>
            </a:lvl3pPr>
            <a:lvl4pPr marL="1828800" lvl="3" indent="-530225" algn="l">
              <a:lnSpc>
                <a:spcPct val="100000"/>
              </a:lnSpc>
              <a:spcBef>
                <a:spcPts val="4500"/>
              </a:spcBef>
              <a:spcAft>
                <a:spcPts val="0"/>
              </a:spcAft>
              <a:buClr>
                <a:srgbClr val="000000"/>
              </a:buClr>
              <a:buSzPts val="4750"/>
              <a:buFont typeface="Helvetica Neue"/>
              <a:buChar char="•"/>
              <a:defRPr sz="3800"/>
            </a:lvl4pPr>
            <a:lvl5pPr marL="2286000" lvl="4" indent="-530225" algn="l">
              <a:lnSpc>
                <a:spcPct val="100000"/>
              </a:lnSpc>
              <a:spcBef>
                <a:spcPts val="4500"/>
              </a:spcBef>
              <a:spcAft>
                <a:spcPts val="0"/>
              </a:spcAft>
              <a:buClr>
                <a:srgbClr val="000000"/>
              </a:buClr>
              <a:buSzPts val="4750"/>
              <a:buFont typeface="Helvetica Neue"/>
              <a:buChar char="•"/>
              <a:defRPr sz="38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37" name="Google Shape;37;p13"/>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fotos">
  <p:cSld name="3 fotos">
    <p:spTree>
      <p:nvGrpSpPr>
        <p:cNvPr id="1" name="Shape 41"/>
        <p:cNvGrpSpPr/>
        <p:nvPr/>
      </p:nvGrpSpPr>
      <p:grpSpPr>
        <a:xfrm>
          <a:off x="0" y="0"/>
          <a:ext cx="0" cy="0"/>
          <a:chOff x="0" y="0"/>
          <a:chExt cx="0" cy="0"/>
        </a:xfrm>
      </p:grpSpPr>
      <p:sp>
        <p:nvSpPr>
          <p:cNvPr id="42" name="Google Shape;42;p15"/>
          <p:cNvSpPr>
            <a:spLocks noGrp="1"/>
          </p:cNvSpPr>
          <p:nvPr>
            <p:ph type="pic" idx="2"/>
          </p:nvPr>
        </p:nvSpPr>
        <p:spPr>
          <a:xfrm>
            <a:off x="15300325" y="7048500"/>
            <a:ext cx="8324850" cy="5549900"/>
          </a:xfrm>
          <a:prstGeom prst="rect">
            <a:avLst/>
          </a:prstGeom>
          <a:noFill/>
          <a:ln>
            <a:noFill/>
          </a:ln>
        </p:spPr>
      </p:sp>
      <p:sp>
        <p:nvSpPr>
          <p:cNvPr id="43" name="Google Shape;43;p15"/>
          <p:cNvSpPr>
            <a:spLocks noGrp="1"/>
          </p:cNvSpPr>
          <p:nvPr>
            <p:ph type="pic" idx="3"/>
          </p:nvPr>
        </p:nvSpPr>
        <p:spPr>
          <a:xfrm>
            <a:off x="15760700" y="863600"/>
            <a:ext cx="7404100" cy="7404100"/>
          </a:xfrm>
          <a:prstGeom prst="rect">
            <a:avLst/>
          </a:prstGeom>
          <a:noFill/>
          <a:ln>
            <a:noFill/>
          </a:ln>
        </p:spPr>
      </p:sp>
      <p:sp>
        <p:nvSpPr>
          <p:cNvPr id="44" name="Google Shape;44;p15"/>
          <p:cNvSpPr>
            <a:spLocks noGrp="1"/>
          </p:cNvSpPr>
          <p:nvPr>
            <p:ph type="pic" idx="4"/>
          </p:nvPr>
        </p:nvSpPr>
        <p:spPr>
          <a:xfrm>
            <a:off x="-990600" y="1130300"/>
            <a:ext cx="17202150" cy="11468100"/>
          </a:xfrm>
          <a:prstGeom prst="rect">
            <a:avLst/>
          </a:prstGeom>
          <a:noFill/>
          <a:ln>
            <a:noFill/>
          </a:ln>
        </p:spPr>
      </p:sp>
      <p:sp>
        <p:nvSpPr>
          <p:cNvPr id="45" name="Google Shape;45;p15"/>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ita">
  <p:cSld name="Cita">
    <p:spTree>
      <p:nvGrpSpPr>
        <p:cNvPr id="1" name="Shape 46"/>
        <p:cNvGrpSpPr/>
        <p:nvPr/>
      </p:nvGrpSpPr>
      <p:grpSpPr>
        <a:xfrm>
          <a:off x="0" y="0"/>
          <a:ext cx="0" cy="0"/>
          <a:chOff x="0" y="0"/>
          <a:chExt cx="0" cy="0"/>
        </a:xfrm>
      </p:grpSpPr>
      <p:sp>
        <p:nvSpPr>
          <p:cNvPr id="47" name="Google Shape;47;p16"/>
          <p:cNvSpPr txBox="1">
            <a:spLocks noGrp="1"/>
          </p:cNvSpPr>
          <p:nvPr>
            <p:ph type="body" idx="1"/>
          </p:nvPr>
        </p:nvSpPr>
        <p:spPr>
          <a:xfrm>
            <a:off x="2387600" y="8953500"/>
            <a:ext cx="19621500" cy="585521"/>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000000"/>
              </a:buClr>
              <a:buSzPts val="3200"/>
              <a:buFont typeface="Helvetica Neue"/>
              <a:buNone/>
              <a:defRPr sz="3200" i="1"/>
            </a:lvl1pPr>
            <a:lvl2pPr marL="914400" lvl="1" indent="-371475" algn="l">
              <a:lnSpc>
                <a:spcPct val="100000"/>
              </a:lnSpc>
              <a:spcBef>
                <a:spcPts val="5900"/>
              </a:spcBef>
              <a:spcAft>
                <a:spcPts val="0"/>
              </a:spcAft>
              <a:buClr>
                <a:srgbClr val="000000"/>
              </a:buClr>
              <a:buSzPts val="2250"/>
              <a:buChar char="•"/>
              <a:defRPr/>
            </a:lvl2pPr>
            <a:lvl3pPr marL="1371600" lvl="2" indent="-371475" algn="l">
              <a:lnSpc>
                <a:spcPct val="100000"/>
              </a:lnSpc>
              <a:spcBef>
                <a:spcPts val="5900"/>
              </a:spcBef>
              <a:spcAft>
                <a:spcPts val="0"/>
              </a:spcAft>
              <a:buClr>
                <a:srgbClr val="000000"/>
              </a:buClr>
              <a:buSzPts val="2250"/>
              <a:buChar char="•"/>
              <a:defRPr/>
            </a:lvl3pPr>
            <a:lvl4pPr marL="1828800" lvl="3" indent="-371475" algn="l">
              <a:lnSpc>
                <a:spcPct val="100000"/>
              </a:lnSpc>
              <a:spcBef>
                <a:spcPts val="5900"/>
              </a:spcBef>
              <a:spcAft>
                <a:spcPts val="0"/>
              </a:spcAft>
              <a:buClr>
                <a:srgbClr val="000000"/>
              </a:buClr>
              <a:buSzPts val="2250"/>
              <a:buChar char="•"/>
              <a:defRPr/>
            </a:lvl4pPr>
            <a:lvl5pPr marL="2286000" lvl="4" indent="-371475" algn="l">
              <a:lnSpc>
                <a:spcPct val="100000"/>
              </a:lnSpc>
              <a:spcBef>
                <a:spcPts val="5900"/>
              </a:spcBef>
              <a:spcAft>
                <a:spcPts val="0"/>
              </a:spcAft>
              <a:buClr>
                <a:srgbClr val="000000"/>
              </a:buClr>
              <a:buSzPts val="2250"/>
              <a:buChar char="•"/>
              <a:defRPr/>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48" name="Google Shape;48;p16"/>
          <p:cNvSpPr txBox="1">
            <a:spLocks noGrp="1"/>
          </p:cNvSpPr>
          <p:nvPr>
            <p:ph type="body" idx="2"/>
          </p:nvPr>
        </p:nvSpPr>
        <p:spPr>
          <a:xfrm>
            <a:off x="2387600" y="6076950"/>
            <a:ext cx="19621500" cy="825500"/>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000000"/>
              </a:buClr>
              <a:buSzPts val="4800"/>
              <a:buFont typeface="Helvetica Neue"/>
              <a:buNone/>
              <a:defRPr sz="4800">
                <a:latin typeface="Helvetica Neue"/>
                <a:ea typeface="Helvetica Neue"/>
                <a:cs typeface="Helvetica Neue"/>
                <a:sym typeface="Helvetica Neue"/>
              </a:defRPr>
            </a:lvl1pPr>
            <a:lvl2pPr marL="914400" lvl="1" indent="-371475" algn="l">
              <a:lnSpc>
                <a:spcPct val="100000"/>
              </a:lnSpc>
              <a:spcBef>
                <a:spcPts val="5900"/>
              </a:spcBef>
              <a:spcAft>
                <a:spcPts val="0"/>
              </a:spcAft>
              <a:buClr>
                <a:srgbClr val="000000"/>
              </a:buClr>
              <a:buSzPts val="2250"/>
              <a:buChar char="•"/>
              <a:defRPr/>
            </a:lvl2pPr>
            <a:lvl3pPr marL="1371600" lvl="2" indent="-371475" algn="l">
              <a:lnSpc>
                <a:spcPct val="100000"/>
              </a:lnSpc>
              <a:spcBef>
                <a:spcPts val="5900"/>
              </a:spcBef>
              <a:spcAft>
                <a:spcPts val="0"/>
              </a:spcAft>
              <a:buClr>
                <a:srgbClr val="000000"/>
              </a:buClr>
              <a:buSzPts val="2250"/>
              <a:buChar char="•"/>
              <a:defRPr/>
            </a:lvl3pPr>
            <a:lvl4pPr marL="1828800" lvl="3" indent="-371475" algn="l">
              <a:lnSpc>
                <a:spcPct val="100000"/>
              </a:lnSpc>
              <a:spcBef>
                <a:spcPts val="5900"/>
              </a:spcBef>
              <a:spcAft>
                <a:spcPts val="0"/>
              </a:spcAft>
              <a:buClr>
                <a:srgbClr val="000000"/>
              </a:buClr>
              <a:buSzPts val="2250"/>
              <a:buChar char="•"/>
              <a:defRPr/>
            </a:lvl4pPr>
            <a:lvl5pPr marL="2286000" lvl="4" indent="-371475" algn="l">
              <a:lnSpc>
                <a:spcPct val="100000"/>
              </a:lnSpc>
              <a:spcBef>
                <a:spcPts val="5900"/>
              </a:spcBef>
              <a:spcAft>
                <a:spcPts val="0"/>
              </a:spcAft>
              <a:buClr>
                <a:srgbClr val="000000"/>
              </a:buClr>
              <a:buSzPts val="2250"/>
              <a:buChar char="•"/>
              <a:defRPr/>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49" name="Google Shape;49;p16"/>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oto">
  <p:cSld name="Foto">
    <p:spTree>
      <p:nvGrpSpPr>
        <p:cNvPr id="1" name="Shape 50"/>
        <p:cNvGrpSpPr/>
        <p:nvPr/>
      </p:nvGrpSpPr>
      <p:grpSpPr>
        <a:xfrm>
          <a:off x="0" y="0"/>
          <a:ext cx="0" cy="0"/>
          <a:chOff x="0" y="0"/>
          <a:chExt cx="0" cy="0"/>
        </a:xfrm>
      </p:grpSpPr>
      <p:sp>
        <p:nvSpPr>
          <p:cNvPr id="51" name="Google Shape;51;p17"/>
          <p:cNvSpPr>
            <a:spLocks noGrp="1"/>
          </p:cNvSpPr>
          <p:nvPr>
            <p:ph type="pic" idx="2"/>
          </p:nvPr>
        </p:nvSpPr>
        <p:spPr>
          <a:xfrm>
            <a:off x="-50800" y="-1270000"/>
            <a:ext cx="24485600" cy="16323734"/>
          </a:xfrm>
          <a:prstGeom prst="rect">
            <a:avLst/>
          </a:prstGeom>
          <a:noFill/>
          <a:ln>
            <a:noFill/>
          </a:ln>
        </p:spPr>
      </p:sp>
      <p:sp>
        <p:nvSpPr>
          <p:cNvPr id="52" name="Google Shape;52;p17"/>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viñetas" type="tx">
  <p:cSld name="Título y viñetas">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7"/>
          <p:cNvSpPr txBox="1">
            <a:spLocks noGrp="1"/>
          </p:cNvSpPr>
          <p:nvPr>
            <p:ph type="body" idx="1"/>
          </p:nvPr>
        </p:nvSpPr>
        <p:spPr>
          <a:xfrm>
            <a:off x="1689100" y="3149600"/>
            <a:ext cx="21005800" cy="9296400"/>
          </a:xfrm>
          <a:prstGeom prst="rect">
            <a:avLst/>
          </a:prstGeom>
          <a:noFill/>
          <a:ln>
            <a:noFill/>
          </a:ln>
        </p:spPr>
        <p:txBody>
          <a:bodyPr spcFirstLastPara="1" wrap="square" lIns="50800" tIns="50800" rIns="50800" bIns="50800" anchor="ctr" anchorCtr="0">
            <a:normAutofit/>
          </a:bodyPr>
          <a:lstStyle>
            <a:lvl1pPr marL="457200" lvl="0" indent="-609600" algn="l">
              <a:lnSpc>
                <a:spcPct val="100000"/>
              </a:lnSpc>
              <a:spcBef>
                <a:spcPts val="5900"/>
              </a:spcBef>
              <a:spcAft>
                <a:spcPts val="0"/>
              </a:spcAft>
              <a:buClr>
                <a:srgbClr val="000000"/>
              </a:buClr>
              <a:buSzPts val="6000"/>
              <a:buFont typeface="Helvetica Neue"/>
              <a:buChar char="•"/>
              <a:defRPr sz="4800"/>
            </a:lvl1pPr>
            <a:lvl2pPr marL="914400" lvl="1" indent="-609600" algn="l">
              <a:lnSpc>
                <a:spcPct val="100000"/>
              </a:lnSpc>
              <a:spcBef>
                <a:spcPts val="5900"/>
              </a:spcBef>
              <a:spcAft>
                <a:spcPts val="0"/>
              </a:spcAft>
              <a:buClr>
                <a:srgbClr val="000000"/>
              </a:buClr>
              <a:buSzPts val="6000"/>
              <a:buFont typeface="Helvetica Neue"/>
              <a:buChar char="•"/>
              <a:defRPr sz="4800"/>
            </a:lvl2pPr>
            <a:lvl3pPr marL="1371600" lvl="2" indent="-609600" algn="l">
              <a:lnSpc>
                <a:spcPct val="100000"/>
              </a:lnSpc>
              <a:spcBef>
                <a:spcPts val="5900"/>
              </a:spcBef>
              <a:spcAft>
                <a:spcPts val="0"/>
              </a:spcAft>
              <a:buClr>
                <a:srgbClr val="000000"/>
              </a:buClr>
              <a:buSzPts val="6000"/>
              <a:buFont typeface="Helvetica Neue"/>
              <a:buChar char="•"/>
              <a:defRPr sz="4800"/>
            </a:lvl3pPr>
            <a:lvl4pPr marL="1828800" lvl="3" indent="-609600" algn="l">
              <a:lnSpc>
                <a:spcPct val="100000"/>
              </a:lnSpc>
              <a:spcBef>
                <a:spcPts val="5900"/>
              </a:spcBef>
              <a:spcAft>
                <a:spcPts val="0"/>
              </a:spcAft>
              <a:buClr>
                <a:srgbClr val="000000"/>
              </a:buClr>
              <a:buSzPts val="6000"/>
              <a:buFont typeface="Helvetica Neue"/>
              <a:buChar char="•"/>
              <a:defRPr sz="4800"/>
            </a:lvl4pPr>
            <a:lvl5pPr marL="2286000" lvl="4" indent="-609600" algn="l">
              <a:lnSpc>
                <a:spcPct val="100000"/>
              </a:lnSpc>
              <a:spcBef>
                <a:spcPts val="5900"/>
              </a:spcBef>
              <a:spcAft>
                <a:spcPts val="0"/>
              </a:spcAft>
              <a:buClr>
                <a:srgbClr val="000000"/>
              </a:buClr>
              <a:buSzPts val="6000"/>
              <a:buFont typeface="Helvetica Neue"/>
              <a:buChar char="•"/>
              <a:defRPr sz="48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12" name="Google Shape;12;p7"/>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051927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subtítulo" type="title">
  <p:cSld name="Título y subtítulo">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1778000" y="2298700"/>
            <a:ext cx="20828000" cy="46482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8"/>
          <p:cNvSpPr txBox="1">
            <a:spLocks noGrp="1"/>
          </p:cNvSpPr>
          <p:nvPr>
            <p:ph type="body" idx="1"/>
          </p:nvPr>
        </p:nvSpPr>
        <p:spPr>
          <a:xfrm>
            <a:off x="1778000" y="7073900"/>
            <a:ext cx="20828000" cy="15875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5400"/>
              <a:buFont typeface="Helvetica Neue"/>
              <a:buNone/>
              <a:defRPr sz="5400"/>
            </a:lvl1pPr>
            <a:lvl2pPr marL="914400" lvl="1" indent="-228600" algn="ctr">
              <a:lnSpc>
                <a:spcPct val="100000"/>
              </a:lnSpc>
              <a:spcBef>
                <a:spcPts val="0"/>
              </a:spcBef>
              <a:spcAft>
                <a:spcPts val="0"/>
              </a:spcAft>
              <a:buClr>
                <a:srgbClr val="000000"/>
              </a:buClr>
              <a:buSzPts val="5400"/>
              <a:buFont typeface="Helvetica Neue"/>
              <a:buNone/>
              <a:defRPr sz="5400"/>
            </a:lvl2pPr>
            <a:lvl3pPr marL="1371600" lvl="2" indent="-228600" algn="ctr">
              <a:lnSpc>
                <a:spcPct val="100000"/>
              </a:lnSpc>
              <a:spcBef>
                <a:spcPts val="0"/>
              </a:spcBef>
              <a:spcAft>
                <a:spcPts val="0"/>
              </a:spcAft>
              <a:buClr>
                <a:srgbClr val="000000"/>
              </a:buClr>
              <a:buSzPts val="5400"/>
              <a:buFont typeface="Helvetica Neue"/>
              <a:buNone/>
              <a:defRPr sz="5400"/>
            </a:lvl3pPr>
            <a:lvl4pPr marL="1828800" lvl="3" indent="-228600" algn="ctr">
              <a:lnSpc>
                <a:spcPct val="100000"/>
              </a:lnSpc>
              <a:spcBef>
                <a:spcPts val="0"/>
              </a:spcBef>
              <a:spcAft>
                <a:spcPts val="0"/>
              </a:spcAft>
              <a:buClr>
                <a:srgbClr val="000000"/>
              </a:buClr>
              <a:buSzPts val="5400"/>
              <a:buFont typeface="Helvetica Neue"/>
              <a:buNone/>
              <a:defRPr sz="5400"/>
            </a:lvl4pPr>
            <a:lvl5pPr marL="2286000" lvl="4" indent="-228600" algn="ctr">
              <a:lnSpc>
                <a:spcPct val="100000"/>
              </a:lnSpc>
              <a:spcBef>
                <a:spcPts val="0"/>
              </a:spcBef>
              <a:spcAft>
                <a:spcPts val="0"/>
              </a:spcAft>
              <a:buClr>
                <a:srgbClr val="000000"/>
              </a:buClr>
              <a:buSzPts val="5400"/>
              <a:buFont typeface="Helvetica Neue"/>
              <a:buNone/>
              <a:defRPr sz="54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16" name="Google Shape;16;p8"/>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599077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oto (horizontal)">
  <p:cSld name="Foto (horizontal)">
    <p:spTree>
      <p:nvGrpSpPr>
        <p:cNvPr id="1" name="Shape 17"/>
        <p:cNvGrpSpPr/>
        <p:nvPr/>
      </p:nvGrpSpPr>
      <p:grpSpPr>
        <a:xfrm>
          <a:off x="0" y="0"/>
          <a:ext cx="0" cy="0"/>
          <a:chOff x="0" y="0"/>
          <a:chExt cx="0" cy="0"/>
        </a:xfrm>
      </p:grpSpPr>
      <p:sp>
        <p:nvSpPr>
          <p:cNvPr id="18" name="Google Shape;18;p9"/>
          <p:cNvSpPr>
            <a:spLocks noGrp="1"/>
          </p:cNvSpPr>
          <p:nvPr>
            <p:ph type="pic" idx="2"/>
          </p:nvPr>
        </p:nvSpPr>
        <p:spPr>
          <a:xfrm>
            <a:off x="3125968" y="-393700"/>
            <a:ext cx="18135601" cy="12090400"/>
          </a:xfrm>
          <a:prstGeom prst="rect">
            <a:avLst/>
          </a:prstGeom>
          <a:noFill/>
          <a:ln>
            <a:noFill/>
          </a:ln>
        </p:spPr>
      </p:sp>
      <p:sp>
        <p:nvSpPr>
          <p:cNvPr id="19" name="Google Shape;19;p9"/>
          <p:cNvSpPr txBox="1">
            <a:spLocks noGrp="1"/>
          </p:cNvSpPr>
          <p:nvPr>
            <p:ph type="title"/>
          </p:nvPr>
        </p:nvSpPr>
        <p:spPr>
          <a:xfrm>
            <a:off x="635000" y="9512300"/>
            <a:ext cx="23114000" cy="20066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9"/>
          <p:cNvSpPr txBox="1">
            <a:spLocks noGrp="1"/>
          </p:cNvSpPr>
          <p:nvPr>
            <p:ph type="body" idx="1"/>
          </p:nvPr>
        </p:nvSpPr>
        <p:spPr>
          <a:xfrm>
            <a:off x="635000" y="11442700"/>
            <a:ext cx="23114000" cy="15875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5400"/>
              <a:buFont typeface="Helvetica Neue"/>
              <a:buNone/>
              <a:defRPr sz="5400"/>
            </a:lvl1pPr>
            <a:lvl2pPr marL="914400" lvl="1" indent="-228600" algn="ctr">
              <a:lnSpc>
                <a:spcPct val="100000"/>
              </a:lnSpc>
              <a:spcBef>
                <a:spcPts val="0"/>
              </a:spcBef>
              <a:spcAft>
                <a:spcPts val="0"/>
              </a:spcAft>
              <a:buClr>
                <a:srgbClr val="000000"/>
              </a:buClr>
              <a:buSzPts val="5400"/>
              <a:buFont typeface="Helvetica Neue"/>
              <a:buNone/>
              <a:defRPr sz="5400"/>
            </a:lvl2pPr>
            <a:lvl3pPr marL="1371600" lvl="2" indent="-228600" algn="ctr">
              <a:lnSpc>
                <a:spcPct val="100000"/>
              </a:lnSpc>
              <a:spcBef>
                <a:spcPts val="0"/>
              </a:spcBef>
              <a:spcAft>
                <a:spcPts val="0"/>
              </a:spcAft>
              <a:buClr>
                <a:srgbClr val="000000"/>
              </a:buClr>
              <a:buSzPts val="5400"/>
              <a:buFont typeface="Helvetica Neue"/>
              <a:buNone/>
              <a:defRPr sz="5400"/>
            </a:lvl3pPr>
            <a:lvl4pPr marL="1828800" lvl="3" indent="-228600" algn="ctr">
              <a:lnSpc>
                <a:spcPct val="100000"/>
              </a:lnSpc>
              <a:spcBef>
                <a:spcPts val="0"/>
              </a:spcBef>
              <a:spcAft>
                <a:spcPts val="0"/>
              </a:spcAft>
              <a:buClr>
                <a:srgbClr val="000000"/>
              </a:buClr>
              <a:buSzPts val="5400"/>
              <a:buFont typeface="Helvetica Neue"/>
              <a:buNone/>
              <a:defRPr sz="5400"/>
            </a:lvl4pPr>
            <a:lvl5pPr marL="2286000" lvl="4" indent="-228600" algn="ctr">
              <a:lnSpc>
                <a:spcPct val="100000"/>
              </a:lnSpc>
              <a:spcBef>
                <a:spcPts val="0"/>
              </a:spcBef>
              <a:spcAft>
                <a:spcPts val="0"/>
              </a:spcAft>
              <a:buClr>
                <a:srgbClr val="000000"/>
              </a:buClr>
              <a:buSzPts val="5400"/>
              <a:buFont typeface="Helvetica Neue"/>
              <a:buNone/>
              <a:defRPr sz="54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21" name="Google Shape;21;p9"/>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197665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centro)">
  <p:cSld name="Título (centro)">
    <p:spTree>
      <p:nvGrpSpPr>
        <p:cNvPr id="1" name="Shape 22"/>
        <p:cNvGrpSpPr/>
        <p:nvPr/>
      </p:nvGrpSpPr>
      <p:grpSpPr>
        <a:xfrm>
          <a:off x="0" y="0"/>
          <a:ext cx="0" cy="0"/>
          <a:chOff x="0" y="0"/>
          <a:chExt cx="0" cy="0"/>
        </a:xfrm>
      </p:grpSpPr>
      <p:sp>
        <p:nvSpPr>
          <p:cNvPr id="23" name="Google Shape;23;p10"/>
          <p:cNvSpPr txBox="1">
            <a:spLocks noGrp="1"/>
          </p:cNvSpPr>
          <p:nvPr>
            <p:ph type="title"/>
          </p:nvPr>
        </p:nvSpPr>
        <p:spPr>
          <a:xfrm>
            <a:off x="1778000" y="4533900"/>
            <a:ext cx="20828000" cy="46482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10"/>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330472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to (vertical)">
  <p:cSld name="Foto (vertical)">
    <p:spTree>
      <p:nvGrpSpPr>
        <p:cNvPr id="1" name="Shape 25"/>
        <p:cNvGrpSpPr/>
        <p:nvPr/>
      </p:nvGrpSpPr>
      <p:grpSpPr>
        <a:xfrm>
          <a:off x="0" y="0"/>
          <a:ext cx="0" cy="0"/>
          <a:chOff x="0" y="0"/>
          <a:chExt cx="0" cy="0"/>
        </a:xfrm>
      </p:grpSpPr>
      <p:sp>
        <p:nvSpPr>
          <p:cNvPr id="26" name="Google Shape;26;p11"/>
          <p:cNvSpPr>
            <a:spLocks noGrp="1"/>
          </p:cNvSpPr>
          <p:nvPr>
            <p:ph type="pic" idx="2"/>
          </p:nvPr>
        </p:nvSpPr>
        <p:spPr>
          <a:xfrm>
            <a:off x="12827000" y="952500"/>
            <a:ext cx="11468100" cy="11468100"/>
          </a:xfrm>
          <a:prstGeom prst="rect">
            <a:avLst/>
          </a:prstGeom>
          <a:noFill/>
          <a:ln>
            <a:noFill/>
          </a:ln>
        </p:spPr>
      </p:sp>
      <p:sp>
        <p:nvSpPr>
          <p:cNvPr id="27" name="Google Shape;27;p11"/>
          <p:cNvSpPr txBox="1">
            <a:spLocks noGrp="1"/>
          </p:cNvSpPr>
          <p:nvPr>
            <p:ph type="title"/>
          </p:nvPr>
        </p:nvSpPr>
        <p:spPr>
          <a:xfrm>
            <a:off x="1651000" y="952500"/>
            <a:ext cx="10223500" cy="55499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8400"/>
              <a:buFont typeface="Helvetica Neue"/>
              <a:buNone/>
              <a:defRPr sz="8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11"/>
          <p:cNvSpPr txBox="1">
            <a:spLocks noGrp="1"/>
          </p:cNvSpPr>
          <p:nvPr>
            <p:ph type="body" idx="1"/>
          </p:nvPr>
        </p:nvSpPr>
        <p:spPr>
          <a:xfrm>
            <a:off x="1651000" y="6527800"/>
            <a:ext cx="10223500" cy="57277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5400"/>
              <a:buFont typeface="Helvetica Neue"/>
              <a:buNone/>
              <a:defRPr sz="5400"/>
            </a:lvl1pPr>
            <a:lvl2pPr marL="914400" lvl="1" indent="-228600" algn="ctr">
              <a:lnSpc>
                <a:spcPct val="100000"/>
              </a:lnSpc>
              <a:spcBef>
                <a:spcPts val="0"/>
              </a:spcBef>
              <a:spcAft>
                <a:spcPts val="0"/>
              </a:spcAft>
              <a:buClr>
                <a:srgbClr val="000000"/>
              </a:buClr>
              <a:buSzPts val="5400"/>
              <a:buFont typeface="Helvetica Neue"/>
              <a:buNone/>
              <a:defRPr sz="5400"/>
            </a:lvl2pPr>
            <a:lvl3pPr marL="1371600" lvl="2" indent="-228600" algn="ctr">
              <a:lnSpc>
                <a:spcPct val="100000"/>
              </a:lnSpc>
              <a:spcBef>
                <a:spcPts val="0"/>
              </a:spcBef>
              <a:spcAft>
                <a:spcPts val="0"/>
              </a:spcAft>
              <a:buClr>
                <a:srgbClr val="000000"/>
              </a:buClr>
              <a:buSzPts val="5400"/>
              <a:buFont typeface="Helvetica Neue"/>
              <a:buNone/>
              <a:defRPr sz="5400"/>
            </a:lvl3pPr>
            <a:lvl4pPr marL="1828800" lvl="3" indent="-228600" algn="ctr">
              <a:lnSpc>
                <a:spcPct val="100000"/>
              </a:lnSpc>
              <a:spcBef>
                <a:spcPts val="0"/>
              </a:spcBef>
              <a:spcAft>
                <a:spcPts val="0"/>
              </a:spcAft>
              <a:buClr>
                <a:srgbClr val="000000"/>
              </a:buClr>
              <a:buSzPts val="5400"/>
              <a:buFont typeface="Helvetica Neue"/>
              <a:buNone/>
              <a:defRPr sz="5400"/>
            </a:lvl4pPr>
            <a:lvl5pPr marL="2286000" lvl="4" indent="-228600" algn="ctr">
              <a:lnSpc>
                <a:spcPct val="100000"/>
              </a:lnSpc>
              <a:spcBef>
                <a:spcPts val="0"/>
              </a:spcBef>
              <a:spcAft>
                <a:spcPts val="0"/>
              </a:spcAft>
              <a:buClr>
                <a:srgbClr val="000000"/>
              </a:buClr>
              <a:buSzPts val="5400"/>
              <a:buFont typeface="Helvetica Neue"/>
              <a:buNone/>
              <a:defRPr sz="54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29" name="Google Shape;29;p11"/>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773708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arriba)">
  <p:cSld name="Título (arriba)">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2" name="Google Shape;32;p12"/>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110704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viñetas y foto">
  <p:cSld name="Título, viñetas y foto">
    <p:spTree>
      <p:nvGrpSpPr>
        <p:cNvPr id="1" name="Shape 33"/>
        <p:cNvGrpSpPr/>
        <p:nvPr/>
      </p:nvGrpSpPr>
      <p:grpSpPr>
        <a:xfrm>
          <a:off x="0" y="0"/>
          <a:ext cx="0" cy="0"/>
          <a:chOff x="0" y="0"/>
          <a:chExt cx="0" cy="0"/>
        </a:xfrm>
      </p:grpSpPr>
      <p:sp>
        <p:nvSpPr>
          <p:cNvPr id="34" name="Google Shape;34;p13"/>
          <p:cNvSpPr>
            <a:spLocks noGrp="1"/>
          </p:cNvSpPr>
          <p:nvPr>
            <p:ph type="pic" idx="2"/>
          </p:nvPr>
        </p:nvSpPr>
        <p:spPr>
          <a:xfrm>
            <a:off x="10960100" y="3149600"/>
            <a:ext cx="13944600" cy="9296400"/>
          </a:xfrm>
          <a:prstGeom prst="rect">
            <a:avLst/>
          </a:prstGeom>
          <a:noFill/>
          <a:ln>
            <a:noFill/>
          </a:ln>
        </p:spPr>
      </p:sp>
      <p:sp>
        <p:nvSpPr>
          <p:cNvPr id="35" name="Google Shape;35;p13"/>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13"/>
          <p:cNvSpPr txBox="1">
            <a:spLocks noGrp="1"/>
          </p:cNvSpPr>
          <p:nvPr>
            <p:ph type="body" idx="1"/>
          </p:nvPr>
        </p:nvSpPr>
        <p:spPr>
          <a:xfrm>
            <a:off x="1689100" y="3149600"/>
            <a:ext cx="10223500" cy="9296400"/>
          </a:xfrm>
          <a:prstGeom prst="rect">
            <a:avLst/>
          </a:prstGeom>
          <a:noFill/>
          <a:ln>
            <a:noFill/>
          </a:ln>
        </p:spPr>
        <p:txBody>
          <a:bodyPr spcFirstLastPara="1" wrap="square" lIns="50800" tIns="50800" rIns="50800" bIns="50800" anchor="ctr" anchorCtr="0">
            <a:normAutofit/>
          </a:bodyPr>
          <a:lstStyle>
            <a:lvl1pPr marL="457200" lvl="0" indent="-530225" algn="l">
              <a:lnSpc>
                <a:spcPct val="100000"/>
              </a:lnSpc>
              <a:spcBef>
                <a:spcPts val="4500"/>
              </a:spcBef>
              <a:spcAft>
                <a:spcPts val="0"/>
              </a:spcAft>
              <a:buClr>
                <a:srgbClr val="000000"/>
              </a:buClr>
              <a:buSzPts val="4750"/>
              <a:buFont typeface="Helvetica Neue"/>
              <a:buChar char="•"/>
              <a:defRPr sz="3800"/>
            </a:lvl1pPr>
            <a:lvl2pPr marL="914400" lvl="1" indent="-530225" algn="l">
              <a:lnSpc>
                <a:spcPct val="100000"/>
              </a:lnSpc>
              <a:spcBef>
                <a:spcPts val="4500"/>
              </a:spcBef>
              <a:spcAft>
                <a:spcPts val="0"/>
              </a:spcAft>
              <a:buClr>
                <a:srgbClr val="000000"/>
              </a:buClr>
              <a:buSzPts val="4750"/>
              <a:buFont typeface="Helvetica Neue"/>
              <a:buChar char="•"/>
              <a:defRPr sz="3800"/>
            </a:lvl2pPr>
            <a:lvl3pPr marL="1371600" lvl="2" indent="-530225" algn="l">
              <a:lnSpc>
                <a:spcPct val="100000"/>
              </a:lnSpc>
              <a:spcBef>
                <a:spcPts val="4500"/>
              </a:spcBef>
              <a:spcAft>
                <a:spcPts val="0"/>
              </a:spcAft>
              <a:buClr>
                <a:srgbClr val="000000"/>
              </a:buClr>
              <a:buSzPts val="4750"/>
              <a:buFont typeface="Helvetica Neue"/>
              <a:buChar char="•"/>
              <a:defRPr sz="3800"/>
            </a:lvl3pPr>
            <a:lvl4pPr marL="1828800" lvl="3" indent="-530225" algn="l">
              <a:lnSpc>
                <a:spcPct val="100000"/>
              </a:lnSpc>
              <a:spcBef>
                <a:spcPts val="4500"/>
              </a:spcBef>
              <a:spcAft>
                <a:spcPts val="0"/>
              </a:spcAft>
              <a:buClr>
                <a:srgbClr val="000000"/>
              </a:buClr>
              <a:buSzPts val="4750"/>
              <a:buFont typeface="Helvetica Neue"/>
              <a:buChar char="•"/>
              <a:defRPr sz="3800"/>
            </a:lvl4pPr>
            <a:lvl5pPr marL="2286000" lvl="4" indent="-530225" algn="l">
              <a:lnSpc>
                <a:spcPct val="100000"/>
              </a:lnSpc>
              <a:spcBef>
                <a:spcPts val="4500"/>
              </a:spcBef>
              <a:spcAft>
                <a:spcPts val="0"/>
              </a:spcAft>
              <a:buClr>
                <a:srgbClr val="000000"/>
              </a:buClr>
              <a:buSzPts val="4750"/>
              <a:buFont typeface="Helvetica Neue"/>
              <a:buChar char="•"/>
              <a:defRPr sz="38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37" name="Google Shape;37;p13"/>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0351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iñetas">
  <p:cSld name="Viñetas">
    <p:spTree>
      <p:nvGrpSpPr>
        <p:cNvPr id="1" name="Shape 38"/>
        <p:cNvGrpSpPr/>
        <p:nvPr/>
      </p:nvGrpSpPr>
      <p:grpSpPr>
        <a:xfrm>
          <a:off x="0" y="0"/>
          <a:ext cx="0" cy="0"/>
          <a:chOff x="0" y="0"/>
          <a:chExt cx="0" cy="0"/>
        </a:xfrm>
      </p:grpSpPr>
      <p:sp>
        <p:nvSpPr>
          <p:cNvPr id="39" name="Google Shape;39;p14"/>
          <p:cNvSpPr txBox="1">
            <a:spLocks noGrp="1"/>
          </p:cNvSpPr>
          <p:nvPr>
            <p:ph type="body" idx="1"/>
          </p:nvPr>
        </p:nvSpPr>
        <p:spPr>
          <a:xfrm>
            <a:off x="1689100" y="1778000"/>
            <a:ext cx="21005800" cy="10160000"/>
          </a:xfrm>
          <a:prstGeom prst="rect">
            <a:avLst/>
          </a:prstGeom>
          <a:noFill/>
          <a:ln>
            <a:noFill/>
          </a:ln>
        </p:spPr>
        <p:txBody>
          <a:bodyPr spcFirstLastPara="1" wrap="square" lIns="50800" tIns="50800" rIns="50800" bIns="50800" anchor="ctr" anchorCtr="0">
            <a:normAutofit/>
          </a:bodyPr>
          <a:lstStyle>
            <a:lvl1pPr marL="457200" lvl="0" indent="-609600" algn="l">
              <a:lnSpc>
                <a:spcPct val="100000"/>
              </a:lnSpc>
              <a:spcBef>
                <a:spcPts val="5900"/>
              </a:spcBef>
              <a:spcAft>
                <a:spcPts val="0"/>
              </a:spcAft>
              <a:buClr>
                <a:srgbClr val="000000"/>
              </a:buClr>
              <a:buSzPts val="6000"/>
              <a:buFont typeface="Helvetica Neue"/>
              <a:buChar char="•"/>
              <a:defRPr sz="4800"/>
            </a:lvl1pPr>
            <a:lvl2pPr marL="914400" lvl="1" indent="-609600" algn="l">
              <a:lnSpc>
                <a:spcPct val="100000"/>
              </a:lnSpc>
              <a:spcBef>
                <a:spcPts val="5900"/>
              </a:spcBef>
              <a:spcAft>
                <a:spcPts val="0"/>
              </a:spcAft>
              <a:buClr>
                <a:srgbClr val="000000"/>
              </a:buClr>
              <a:buSzPts val="6000"/>
              <a:buFont typeface="Helvetica Neue"/>
              <a:buChar char="•"/>
              <a:defRPr sz="4800"/>
            </a:lvl2pPr>
            <a:lvl3pPr marL="1371600" lvl="2" indent="-609600" algn="l">
              <a:lnSpc>
                <a:spcPct val="100000"/>
              </a:lnSpc>
              <a:spcBef>
                <a:spcPts val="5900"/>
              </a:spcBef>
              <a:spcAft>
                <a:spcPts val="0"/>
              </a:spcAft>
              <a:buClr>
                <a:srgbClr val="000000"/>
              </a:buClr>
              <a:buSzPts val="6000"/>
              <a:buFont typeface="Helvetica Neue"/>
              <a:buChar char="•"/>
              <a:defRPr sz="4800"/>
            </a:lvl3pPr>
            <a:lvl4pPr marL="1828800" lvl="3" indent="-609600" algn="l">
              <a:lnSpc>
                <a:spcPct val="100000"/>
              </a:lnSpc>
              <a:spcBef>
                <a:spcPts val="5900"/>
              </a:spcBef>
              <a:spcAft>
                <a:spcPts val="0"/>
              </a:spcAft>
              <a:buClr>
                <a:srgbClr val="000000"/>
              </a:buClr>
              <a:buSzPts val="6000"/>
              <a:buFont typeface="Helvetica Neue"/>
              <a:buChar char="•"/>
              <a:defRPr sz="4800"/>
            </a:lvl4pPr>
            <a:lvl5pPr marL="2286000" lvl="4" indent="-609600" algn="l">
              <a:lnSpc>
                <a:spcPct val="100000"/>
              </a:lnSpc>
              <a:spcBef>
                <a:spcPts val="5900"/>
              </a:spcBef>
              <a:spcAft>
                <a:spcPts val="0"/>
              </a:spcAft>
              <a:buClr>
                <a:srgbClr val="000000"/>
              </a:buClr>
              <a:buSzPts val="6000"/>
              <a:buFont typeface="Helvetica Neue"/>
              <a:buChar char="•"/>
              <a:defRPr sz="4800"/>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40" name="Google Shape;40;p14"/>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887926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fotos">
  <p:cSld name="3 fotos">
    <p:spTree>
      <p:nvGrpSpPr>
        <p:cNvPr id="1" name="Shape 41"/>
        <p:cNvGrpSpPr/>
        <p:nvPr/>
      </p:nvGrpSpPr>
      <p:grpSpPr>
        <a:xfrm>
          <a:off x="0" y="0"/>
          <a:ext cx="0" cy="0"/>
          <a:chOff x="0" y="0"/>
          <a:chExt cx="0" cy="0"/>
        </a:xfrm>
      </p:grpSpPr>
      <p:sp>
        <p:nvSpPr>
          <p:cNvPr id="42" name="Google Shape;42;p15"/>
          <p:cNvSpPr>
            <a:spLocks noGrp="1"/>
          </p:cNvSpPr>
          <p:nvPr>
            <p:ph type="pic" idx="2"/>
          </p:nvPr>
        </p:nvSpPr>
        <p:spPr>
          <a:xfrm>
            <a:off x="15300325" y="7048500"/>
            <a:ext cx="8324850" cy="5549900"/>
          </a:xfrm>
          <a:prstGeom prst="rect">
            <a:avLst/>
          </a:prstGeom>
          <a:noFill/>
          <a:ln>
            <a:noFill/>
          </a:ln>
        </p:spPr>
      </p:sp>
      <p:sp>
        <p:nvSpPr>
          <p:cNvPr id="43" name="Google Shape;43;p15"/>
          <p:cNvSpPr>
            <a:spLocks noGrp="1"/>
          </p:cNvSpPr>
          <p:nvPr>
            <p:ph type="pic" idx="3"/>
          </p:nvPr>
        </p:nvSpPr>
        <p:spPr>
          <a:xfrm>
            <a:off x="15760700" y="863600"/>
            <a:ext cx="7404100" cy="7404100"/>
          </a:xfrm>
          <a:prstGeom prst="rect">
            <a:avLst/>
          </a:prstGeom>
          <a:noFill/>
          <a:ln>
            <a:noFill/>
          </a:ln>
        </p:spPr>
      </p:sp>
      <p:sp>
        <p:nvSpPr>
          <p:cNvPr id="44" name="Google Shape;44;p15"/>
          <p:cNvSpPr>
            <a:spLocks noGrp="1"/>
          </p:cNvSpPr>
          <p:nvPr>
            <p:ph type="pic" idx="4"/>
          </p:nvPr>
        </p:nvSpPr>
        <p:spPr>
          <a:xfrm>
            <a:off x="-990600" y="1130300"/>
            <a:ext cx="17202150" cy="11468100"/>
          </a:xfrm>
          <a:prstGeom prst="rect">
            <a:avLst/>
          </a:prstGeom>
          <a:noFill/>
          <a:ln>
            <a:noFill/>
          </a:ln>
        </p:spPr>
      </p:sp>
      <p:sp>
        <p:nvSpPr>
          <p:cNvPr id="45" name="Google Shape;45;p15"/>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768214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ita">
  <p:cSld name="Cita">
    <p:spTree>
      <p:nvGrpSpPr>
        <p:cNvPr id="1" name="Shape 46"/>
        <p:cNvGrpSpPr/>
        <p:nvPr/>
      </p:nvGrpSpPr>
      <p:grpSpPr>
        <a:xfrm>
          <a:off x="0" y="0"/>
          <a:ext cx="0" cy="0"/>
          <a:chOff x="0" y="0"/>
          <a:chExt cx="0" cy="0"/>
        </a:xfrm>
      </p:grpSpPr>
      <p:sp>
        <p:nvSpPr>
          <p:cNvPr id="47" name="Google Shape;47;p16"/>
          <p:cNvSpPr txBox="1">
            <a:spLocks noGrp="1"/>
          </p:cNvSpPr>
          <p:nvPr>
            <p:ph type="body" idx="1"/>
          </p:nvPr>
        </p:nvSpPr>
        <p:spPr>
          <a:xfrm>
            <a:off x="2387600" y="8953500"/>
            <a:ext cx="19621500" cy="585521"/>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000000"/>
              </a:buClr>
              <a:buSzPts val="3200"/>
              <a:buFont typeface="Helvetica Neue"/>
              <a:buNone/>
              <a:defRPr sz="3200" i="1"/>
            </a:lvl1pPr>
            <a:lvl2pPr marL="914400" lvl="1" indent="-371475" algn="l">
              <a:lnSpc>
                <a:spcPct val="100000"/>
              </a:lnSpc>
              <a:spcBef>
                <a:spcPts val="5900"/>
              </a:spcBef>
              <a:spcAft>
                <a:spcPts val="0"/>
              </a:spcAft>
              <a:buClr>
                <a:srgbClr val="000000"/>
              </a:buClr>
              <a:buSzPts val="2250"/>
              <a:buChar char="•"/>
              <a:defRPr/>
            </a:lvl2pPr>
            <a:lvl3pPr marL="1371600" lvl="2" indent="-371475" algn="l">
              <a:lnSpc>
                <a:spcPct val="100000"/>
              </a:lnSpc>
              <a:spcBef>
                <a:spcPts val="5900"/>
              </a:spcBef>
              <a:spcAft>
                <a:spcPts val="0"/>
              </a:spcAft>
              <a:buClr>
                <a:srgbClr val="000000"/>
              </a:buClr>
              <a:buSzPts val="2250"/>
              <a:buChar char="•"/>
              <a:defRPr/>
            </a:lvl3pPr>
            <a:lvl4pPr marL="1828800" lvl="3" indent="-371475" algn="l">
              <a:lnSpc>
                <a:spcPct val="100000"/>
              </a:lnSpc>
              <a:spcBef>
                <a:spcPts val="5900"/>
              </a:spcBef>
              <a:spcAft>
                <a:spcPts val="0"/>
              </a:spcAft>
              <a:buClr>
                <a:srgbClr val="000000"/>
              </a:buClr>
              <a:buSzPts val="2250"/>
              <a:buChar char="•"/>
              <a:defRPr/>
            </a:lvl4pPr>
            <a:lvl5pPr marL="2286000" lvl="4" indent="-371475" algn="l">
              <a:lnSpc>
                <a:spcPct val="100000"/>
              </a:lnSpc>
              <a:spcBef>
                <a:spcPts val="5900"/>
              </a:spcBef>
              <a:spcAft>
                <a:spcPts val="0"/>
              </a:spcAft>
              <a:buClr>
                <a:srgbClr val="000000"/>
              </a:buClr>
              <a:buSzPts val="2250"/>
              <a:buChar char="•"/>
              <a:defRPr/>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48" name="Google Shape;48;p16"/>
          <p:cNvSpPr txBox="1">
            <a:spLocks noGrp="1"/>
          </p:cNvSpPr>
          <p:nvPr>
            <p:ph type="body" idx="2"/>
          </p:nvPr>
        </p:nvSpPr>
        <p:spPr>
          <a:xfrm>
            <a:off x="2387600" y="6076950"/>
            <a:ext cx="19621500" cy="825500"/>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000000"/>
              </a:buClr>
              <a:buSzPts val="4800"/>
              <a:buFont typeface="Helvetica Neue"/>
              <a:buNone/>
              <a:defRPr sz="4800">
                <a:latin typeface="Helvetica Neue"/>
                <a:ea typeface="Helvetica Neue"/>
                <a:cs typeface="Helvetica Neue"/>
                <a:sym typeface="Helvetica Neue"/>
              </a:defRPr>
            </a:lvl1pPr>
            <a:lvl2pPr marL="914400" lvl="1" indent="-371475" algn="l">
              <a:lnSpc>
                <a:spcPct val="100000"/>
              </a:lnSpc>
              <a:spcBef>
                <a:spcPts val="5900"/>
              </a:spcBef>
              <a:spcAft>
                <a:spcPts val="0"/>
              </a:spcAft>
              <a:buClr>
                <a:srgbClr val="000000"/>
              </a:buClr>
              <a:buSzPts val="2250"/>
              <a:buChar char="•"/>
              <a:defRPr/>
            </a:lvl2pPr>
            <a:lvl3pPr marL="1371600" lvl="2" indent="-371475" algn="l">
              <a:lnSpc>
                <a:spcPct val="100000"/>
              </a:lnSpc>
              <a:spcBef>
                <a:spcPts val="5900"/>
              </a:spcBef>
              <a:spcAft>
                <a:spcPts val="0"/>
              </a:spcAft>
              <a:buClr>
                <a:srgbClr val="000000"/>
              </a:buClr>
              <a:buSzPts val="2250"/>
              <a:buChar char="•"/>
              <a:defRPr/>
            </a:lvl3pPr>
            <a:lvl4pPr marL="1828800" lvl="3" indent="-371475" algn="l">
              <a:lnSpc>
                <a:spcPct val="100000"/>
              </a:lnSpc>
              <a:spcBef>
                <a:spcPts val="5900"/>
              </a:spcBef>
              <a:spcAft>
                <a:spcPts val="0"/>
              </a:spcAft>
              <a:buClr>
                <a:srgbClr val="000000"/>
              </a:buClr>
              <a:buSzPts val="2250"/>
              <a:buChar char="•"/>
              <a:defRPr/>
            </a:lvl4pPr>
            <a:lvl5pPr marL="2286000" lvl="4" indent="-371475" algn="l">
              <a:lnSpc>
                <a:spcPct val="100000"/>
              </a:lnSpc>
              <a:spcBef>
                <a:spcPts val="5900"/>
              </a:spcBef>
              <a:spcAft>
                <a:spcPts val="0"/>
              </a:spcAft>
              <a:buClr>
                <a:srgbClr val="000000"/>
              </a:buClr>
              <a:buSzPts val="2250"/>
              <a:buChar char="•"/>
              <a:defRPr/>
            </a:lvl5pPr>
            <a:lvl6pPr marL="2743200" lvl="5" indent="-371475" algn="l">
              <a:lnSpc>
                <a:spcPct val="100000"/>
              </a:lnSpc>
              <a:spcBef>
                <a:spcPts val="5900"/>
              </a:spcBef>
              <a:spcAft>
                <a:spcPts val="0"/>
              </a:spcAft>
              <a:buClr>
                <a:srgbClr val="000000"/>
              </a:buClr>
              <a:buSzPts val="2250"/>
              <a:buChar char="•"/>
              <a:defRPr/>
            </a:lvl6pPr>
            <a:lvl7pPr marL="3200400" lvl="6" indent="-371475" algn="l">
              <a:lnSpc>
                <a:spcPct val="100000"/>
              </a:lnSpc>
              <a:spcBef>
                <a:spcPts val="5900"/>
              </a:spcBef>
              <a:spcAft>
                <a:spcPts val="0"/>
              </a:spcAft>
              <a:buClr>
                <a:srgbClr val="000000"/>
              </a:buClr>
              <a:buSzPts val="2250"/>
              <a:buChar char="•"/>
              <a:defRPr/>
            </a:lvl7pPr>
            <a:lvl8pPr marL="3657600" lvl="7" indent="-371475" algn="l">
              <a:lnSpc>
                <a:spcPct val="100000"/>
              </a:lnSpc>
              <a:spcBef>
                <a:spcPts val="5900"/>
              </a:spcBef>
              <a:spcAft>
                <a:spcPts val="0"/>
              </a:spcAft>
              <a:buClr>
                <a:srgbClr val="000000"/>
              </a:buClr>
              <a:buSzPts val="2250"/>
              <a:buChar char="•"/>
              <a:defRPr/>
            </a:lvl8pPr>
            <a:lvl9pPr marL="4114800" lvl="8" indent="-371475" algn="l">
              <a:lnSpc>
                <a:spcPct val="100000"/>
              </a:lnSpc>
              <a:spcBef>
                <a:spcPts val="5900"/>
              </a:spcBef>
              <a:spcAft>
                <a:spcPts val="0"/>
              </a:spcAft>
              <a:buClr>
                <a:srgbClr val="000000"/>
              </a:buClr>
              <a:buSzPts val="2250"/>
              <a:buChar char="•"/>
              <a:defRPr/>
            </a:lvl9pPr>
          </a:lstStyle>
          <a:p>
            <a:endParaRPr/>
          </a:p>
        </p:txBody>
      </p:sp>
      <p:sp>
        <p:nvSpPr>
          <p:cNvPr id="49" name="Google Shape;49;p16"/>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7412735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oto">
  <p:cSld name="Foto">
    <p:spTree>
      <p:nvGrpSpPr>
        <p:cNvPr id="1" name="Shape 50"/>
        <p:cNvGrpSpPr/>
        <p:nvPr/>
      </p:nvGrpSpPr>
      <p:grpSpPr>
        <a:xfrm>
          <a:off x="0" y="0"/>
          <a:ext cx="0" cy="0"/>
          <a:chOff x="0" y="0"/>
          <a:chExt cx="0" cy="0"/>
        </a:xfrm>
      </p:grpSpPr>
      <p:sp>
        <p:nvSpPr>
          <p:cNvPr id="51" name="Google Shape;51;p17"/>
          <p:cNvSpPr>
            <a:spLocks noGrp="1"/>
          </p:cNvSpPr>
          <p:nvPr>
            <p:ph type="pic" idx="2"/>
          </p:nvPr>
        </p:nvSpPr>
        <p:spPr>
          <a:xfrm>
            <a:off x="-50800" y="-1270000"/>
            <a:ext cx="24485600" cy="16323734"/>
          </a:xfrm>
          <a:prstGeom prst="rect">
            <a:avLst/>
          </a:prstGeom>
          <a:noFill/>
          <a:ln>
            <a:noFill/>
          </a:ln>
        </p:spPr>
      </p:sp>
      <p:sp>
        <p:nvSpPr>
          <p:cNvPr id="52" name="Google Shape;52;p17"/>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08050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53"/>
        <p:cNvGrpSpPr/>
        <p:nvPr/>
      </p:nvGrpSpPr>
      <p:grpSpPr>
        <a:xfrm>
          <a:off x="0" y="0"/>
          <a:ext cx="0" cy="0"/>
          <a:chOff x="0" y="0"/>
          <a:chExt cx="0" cy="0"/>
        </a:xfrm>
      </p:grpSpPr>
      <p:sp>
        <p:nvSpPr>
          <p:cNvPr id="54" name="Google Shape;54;p18"/>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50023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alphaModFix/>
          </a:blip>
          <a:srcRect/>
          <a:stretch>
            <a:fillRect/>
          </a:stretch>
        </a:blip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6"/>
          <p:cNvSpPr txBox="1">
            <a:spLocks noGrp="1"/>
          </p:cNvSpPr>
          <p:nvPr>
            <p:ph type="body" idx="1"/>
          </p:nvPr>
        </p:nvSpPr>
        <p:spPr>
          <a:xfrm>
            <a:off x="1689100" y="3149600"/>
            <a:ext cx="21005800" cy="9296400"/>
          </a:xfrm>
          <a:prstGeom prst="rect">
            <a:avLst/>
          </a:prstGeom>
          <a:noFill/>
          <a:ln>
            <a:noFill/>
          </a:ln>
        </p:spPr>
        <p:txBody>
          <a:bodyPr spcFirstLastPara="1" wrap="square" lIns="50800" tIns="50800" rIns="50800" bIns="50800" anchor="ctr" anchorCtr="0">
            <a:normAutofit/>
          </a:bodyPr>
          <a:lstStyle>
            <a:lvl1pPr marL="457200" marR="0" lvl="0"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1pPr>
            <a:lvl2pPr marL="914400" marR="0" lvl="1"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2pPr>
            <a:lvl3pPr marL="1371600" marR="0" lvl="2"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3pPr>
            <a:lvl4pPr marL="1828800" marR="0" lvl="3"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4pPr>
            <a:lvl5pPr marL="2286000" marR="0" lvl="4"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5pPr>
            <a:lvl6pPr marL="2743200" marR="0" lvl="5"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6pPr>
            <a:lvl7pPr marL="3200400" marR="0" lvl="6"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7pPr>
            <a:lvl8pPr marL="3657600" marR="0" lvl="7"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8pPr>
            <a:lvl9pPr marL="4114800" marR="0" lvl="8"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6"/>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6"/>
          <p:cNvSpPr txBox="1">
            <a:spLocks noGrp="1"/>
          </p:cNvSpPr>
          <p:nvPr>
            <p:ph type="body" idx="1"/>
          </p:nvPr>
        </p:nvSpPr>
        <p:spPr>
          <a:xfrm>
            <a:off x="1689100" y="3149600"/>
            <a:ext cx="21005800" cy="9296400"/>
          </a:xfrm>
          <a:prstGeom prst="rect">
            <a:avLst/>
          </a:prstGeom>
          <a:noFill/>
          <a:ln>
            <a:noFill/>
          </a:ln>
        </p:spPr>
        <p:txBody>
          <a:bodyPr spcFirstLastPara="1" wrap="square" lIns="50800" tIns="50800" rIns="50800" bIns="50800" anchor="ctr" anchorCtr="0">
            <a:normAutofit/>
          </a:bodyPr>
          <a:lstStyle>
            <a:lvl1pPr marL="457200" marR="0" lvl="0"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1pPr>
            <a:lvl2pPr marL="914400" marR="0" lvl="1"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2pPr>
            <a:lvl3pPr marL="1371600" marR="0" lvl="2"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3pPr>
            <a:lvl4pPr marL="1828800" marR="0" lvl="3"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4pPr>
            <a:lvl5pPr marL="2286000" marR="0" lvl="4"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5pPr>
            <a:lvl6pPr marL="2743200" marR="0" lvl="5"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6pPr>
            <a:lvl7pPr marL="3200400" marR="0" lvl="6"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7pPr>
            <a:lvl8pPr marL="3657600" marR="0" lvl="7"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8pPr>
            <a:lvl9pPr marL="4114800" marR="0" lvl="8" indent="-641350" algn="l" rtl="0">
              <a:lnSpc>
                <a:spcPct val="100000"/>
              </a:lnSpc>
              <a:spcBef>
                <a:spcPts val="5900"/>
              </a:spcBef>
              <a:spcAft>
                <a:spcPts val="0"/>
              </a:spcAft>
              <a:buClr>
                <a:srgbClr val="000000"/>
              </a:buClr>
              <a:buSzPts val="6500"/>
              <a:buFont typeface="Helvetica Neue"/>
              <a:buChar char="•"/>
              <a:defRPr sz="52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6"/>
          <p:cNvSpPr txBox="1">
            <a:spLocks noGrp="1"/>
          </p:cNvSpPr>
          <p:nvPr>
            <p:ph type="sldNum" idx="12"/>
          </p:nvPr>
        </p:nvSpPr>
        <p:spPr>
          <a:xfrm>
            <a:off x="11959031" y="13081000"/>
            <a:ext cx="453238" cy="461059"/>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07229695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3"/>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dirty="0" err="1">
                <a:latin typeface="Montserrat"/>
                <a:ea typeface="Montserrat"/>
                <a:cs typeface="Montserrat"/>
                <a:sym typeface="Montserrat"/>
              </a:rPr>
              <a:t>Desempeño</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económico</a:t>
            </a:r>
            <a:r>
              <a:rPr lang="en-US" sz="2000" dirty="0">
                <a:latin typeface="Montserrat"/>
                <a:ea typeface="Montserrat"/>
                <a:cs typeface="Montserrat"/>
                <a:sym typeface="Montserrat"/>
              </a:rPr>
              <a:t> y </a:t>
            </a:r>
            <a:r>
              <a:rPr lang="en-US" sz="2000" dirty="0" err="1">
                <a:latin typeface="Montserrat"/>
                <a:ea typeface="Montserrat"/>
                <a:cs typeface="Montserrat"/>
                <a:sym typeface="Montserrat"/>
              </a:rPr>
              <a:t>desigualdad</a:t>
            </a:r>
            <a:r>
              <a:rPr lang="en-US" sz="2000" dirty="0">
                <a:latin typeface="Montserrat"/>
                <a:ea typeface="Montserrat"/>
                <a:cs typeface="Montserrat"/>
                <a:sym typeface="Montserrat"/>
              </a:rPr>
              <a:t> </a:t>
            </a:r>
          </a:p>
          <a:p>
            <a:pPr marL="0" marR="0" lvl="0" indent="0" algn="l" rtl="0">
              <a:lnSpc>
                <a:spcPct val="100000"/>
              </a:lnSpc>
              <a:spcBef>
                <a:spcPts val="0"/>
              </a:spcBef>
              <a:spcAft>
                <a:spcPts val="0"/>
              </a:spcAft>
              <a:buClr>
                <a:srgbClr val="000000"/>
              </a:buClr>
              <a:buSzPts val="2000"/>
              <a:buFont typeface="Arial"/>
              <a:buNone/>
            </a:pPr>
            <a:r>
              <a:rPr lang="en-US" sz="2000" dirty="0" err="1">
                <a:latin typeface="Montserrat"/>
                <a:ea typeface="Montserrat"/>
                <a:cs typeface="Montserrat"/>
                <a:sym typeface="Montserrat"/>
              </a:rPr>
              <a:t>en</a:t>
            </a:r>
            <a:r>
              <a:rPr lang="en-US" sz="2000" dirty="0">
                <a:latin typeface="Montserrat"/>
                <a:ea typeface="Montserrat"/>
                <a:cs typeface="Montserrat"/>
                <a:sym typeface="Montserrat"/>
              </a:rPr>
              <a:t> Mendoza </a:t>
            </a:r>
            <a:r>
              <a:rPr lang="en-US" sz="2000" dirty="0" err="1">
                <a:latin typeface="Montserrat"/>
                <a:ea typeface="Montserrat"/>
                <a:cs typeface="Montserrat"/>
                <a:sym typeface="Montserrat"/>
              </a:rPr>
              <a:t>en</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el</a:t>
            </a:r>
            <a:r>
              <a:rPr lang="en-US" sz="2000" dirty="0">
                <a:latin typeface="Montserrat"/>
                <a:ea typeface="Montserrat"/>
                <a:cs typeface="Montserrat"/>
                <a:sym typeface="Montserrat"/>
              </a:rPr>
              <a:t> largo </a:t>
            </a:r>
            <a:r>
              <a:rPr lang="en-US" sz="2000" dirty="0" err="1">
                <a:latin typeface="Montserrat"/>
                <a:ea typeface="Montserrat"/>
                <a:cs typeface="Montserrat"/>
                <a:sym typeface="Montserrat"/>
              </a:rPr>
              <a:t>plazo</a:t>
            </a:r>
            <a:endParaRPr sz="2000" b="0" i="0" u="none" strike="noStrike" cap="none" dirty="0">
              <a:solidFill>
                <a:srgbClr val="000000"/>
              </a:solidFill>
              <a:latin typeface="Montserrat"/>
              <a:ea typeface="Montserrat"/>
              <a:cs typeface="Montserrat"/>
              <a:sym typeface="Montserrat"/>
            </a:endParaRPr>
          </a:p>
        </p:txBody>
      </p:sp>
      <p:sp>
        <p:nvSpPr>
          <p:cNvPr id="64" name="Google Shape;64;p3"/>
          <p:cNvSpPr txBox="1"/>
          <p:nvPr/>
        </p:nvSpPr>
        <p:spPr>
          <a:xfrm>
            <a:off x="3822123" y="2347874"/>
            <a:ext cx="14357700" cy="6011902"/>
          </a:xfrm>
          <a:prstGeom prst="rect">
            <a:avLst/>
          </a:prstGeom>
          <a:noFill/>
          <a:ln>
            <a:noFill/>
          </a:ln>
        </p:spPr>
        <p:txBody>
          <a:bodyPr spcFirstLastPara="1" wrap="square" lIns="50800" tIns="50800" rIns="50800" bIns="50800" anchor="ctr" anchorCtr="0">
            <a:spAutoFit/>
          </a:bodyPr>
          <a:lstStyle/>
          <a:p>
            <a:pPr lvl="0">
              <a:lnSpc>
                <a:spcPct val="120000"/>
              </a:lnSpc>
              <a:buClr>
                <a:schemeClr val="dk1"/>
              </a:buClr>
              <a:buSzPts val="6400"/>
            </a:pPr>
            <a:r>
              <a:rPr lang="es-ES" sz="6400" b="1" dirty="0">
                <a:solidFill>
                  <a:schemeClr val="dk1"/>
                </a:solidFill>
                <a:latin typeface="Montserrat Light"/>
                <a:ea typeface="Montserrat Light"/>
                <a:cs typeface="Montserrat Light"/>
                <a:sym typeface="Montserrat Light"/>
              </a:rPr>
              <a:t>Lo que muestran y lo que ocultan las estadísticas. </a:t>
            </a:r>
          </a:p>
          <a:p>
            <a:pPr lvl="0">
              <a:lnSpc>
                <a:spcPct val="120000"/>
              </a:lnSpc>
              <a:buClr>
                <a:schemeClr val="dk1"/>
              </a:buClr>
              <a:buSzPts val="6400"/>
            </a:pPr>
            <a:r>
              <a:rPr lang="es-ES" sz="6400" b="1" dirty="0">
                <a:solidFill>
                  <a:schemeClr val="dk1"/>
                </a:solidFill>
                <a:latin typeface="Montserrat Light"/>
                <a:ea typeface="Montserrat Light"/>
                <a:cs typeface="Montserrat Light"/>
                <a:sym typeface="Montserrat Light"/>
              </a:rPr>
              <a:t>Desempeño económico y desigualdad en Mendoza en el largo plazo, 1895-2023</a:t>
            </a:r>
            <a:endParaRPr sz="6400" b="1" i="0" u="none" strike="noStrike" cap="none" dirty="0">
              <a:solidFill>
                <a:schemeClr val="dk1"/>
              </a:solidFill>
              <a:latin typeface="Montserrat Light"/>
              <a:ea typeface="Montserrat Light"/>
              <a:cs typeface="Montserrat Light"/>
              <a:sym typeface="Montserrat Light"/>
            </a:endParaRPr>
          </a:p>
        </p:txBody>
      </p:sp>
      <p:sp>
        <p:nvSpPr>
          <p:cNvPr id="65" name="Google Shape;65;p3"/>
          <p:cNvSpPr txBox="1"/>
          <p:nvPr/>
        </p:nvSpPr>
        <p:spPr>
          <a:xfrm>
            <a:off x="3822123" y="8359776"/>
            <a:ext cx="15858000" cy="2085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500"/>
              <a:buFont typeface="Arial"/>
              <a:buNone/>
            </a:pPr>
            <a:r>
              <a:rPr lang="es-ES" sz="3500" b="0" i="0" u="none" strike="noStrike" cap="none" dirty="0">
                <a:solidFill>
                  <a:srgbClr val="000000"/>
                </a:solidFill>
                <a:latin typeface="Montserrat"/>
                <a:ea typeface="Montserrat"/>
                <a:cs typeface="Montserrat"/>
                <a:sym typeface="Montserrat"/>
              </a:rPr>
              <a:t>Olguin, Patricia; </a:t>
            </a:r>
            <a:r>
              <a:rPr lang="es-ES" sz="3500" b="0" i="0" u="none" strike="noStrike" cap="none" dirty="0" err="1">
                <a:solidFill>
                  <a:srgbClr val="000000"/>
                </a:solidFill>
                <a:latin typeface="Montserrat"/>
                <a:ea typeface="Montserrat"/>
                <a:cs typeface="Montserrat"/>
                <a:sym typeface="Montserrat"/>
              </a:rPr>
              <a:t>Mahnic</a:t>
            </a:r>
            <a:r>
              <a:rPr lang="es-ES" sz="3500" b="0" i="0" u="none" strike="noStrike" cap="none" dirty="0">
                <a:solidFill>
                  <a:srgbClr val="000000"/>
                </a:solidFill>
                <a:latin typeface="Montserrat"/>
                <a:ea typeface="Montserrat"/>
                <a:cs typeface="Montserrat"/>
                <a:sym typeface="Montserrat"/>
              </a:rPr>
              <a:t>, Pablo; Norton, Alejandro; Gómez, Federico</a:t>
            </a:r>
          </a:p>
          <a:p>
            <a:pPr marL="0" marR="0" lvl="0" indent="0" algn="l" rtl="0">
              <a:lnSpc>
                <a:spcPct val="100000"/>
              </a:lnSpc>
              <a:spcBef>
                <a:spcPts val="0"/>
              </a:spcBef>
              <a:spcAft>
                <a:spcPts val="0"/>
              </a:spcAft>
              <a:buClr>
                <a:srgbClr val="000000"/>
              </a:buClr>
              <a:buSzPts val="3500"/>
              <a:buFont typeface="Arial"/>
              <a:buNone/>
            </a:pPr>
            <a:endParaRPr lang="es-ES" sz="3500" dirty="0">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3500"/>
              <a:buFont typeface="Arial"/>
              <a:buNone/>
            </a:pPr>
            <a:r>
              <a:rPr lang="es-ES" sz="2800" b="0" i="0" u="none" strike="noStrike" cap="none" dirty="0">
                <a:solidFill>
                  <a:srgbClr val="000000"/>
                </a:solidFill>
                <a:latin typeface="Montserrat"/>
                <a:ea typeface="Montserrat"/>
                <a:cs typeface="Montserrat"/>
                <a:sym typeface="Montserrat"/>
              </a:rPr>
              <a:t>Facultad de Ciencias Económicas</a:t>
            </a:r>
            <a:endParaRPr sz="2800" b="0" i="0" u="none" strike="noStrike" cap="none" dirty="0">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395d08602ed_0_7"/>
          <p:cNvSpPr txBox="1"/>
          <p:nvPr/>
        </p:nvSpPr>
        <p:spPr>
          <a:xfrm>
            <a:off x="1598985" y="3404091"/>
            <a:ext cx="16409700" cy="1155188"/>
          </a:xfrm>
          <a:prstGeom prst="rect">
            <a:avLst/>
          </a:prstGeom>
          <a:noFill/>
          <a:ln>
            <a:noFill/>
          </a:ln>
        </p:spPr>
        <p:txBody>
          <a:bodyPr spcFirstLastPara="1" wrap="square" lIns="50800" tIns="50800" rIns="50800" bIns="50800" anchor="ctr" anchorCtr="0">
            <a:spAutoFit/>
          </a:bodyPr>
          <a:lstStyle/>
          <a:p>
            <a:pPr marL="0" marR="0" lvl="0" indent="0" algn="l" rtl="0">
              <a:lnSpc>
                <a:spcPct val="90000"/>
              </a:lnSpc>
              <a:spcBef>
                <a:spcPts val="0"/>
              </a:spcBef>
              <a:spcAft>
                <a:spcPts val="0"/>
              </a:spcAft>
              <a:buClr>
                <a:srgbClr val="5AC1A0"/>
              </a:buClr>
              <a:buSzPts val="7600"/>
              <a:buFont typeface="Montserrat"/>
              <a:buNone/>
            </a:pPr>
            <a:r>
              <a:rPr lang="en-US" sz="7600" b="0" i="0" u="none" strike="noStrike" cap="none" dirty="0" err="1">
                <a:solidFill>
                  <a:schemeClr val="dk1"/>
                </a:solidFill>
                <a:latin typeface="Montserrat"/>
                <a:ea typeface="Montserrat"/>
                <a:cs typeface="Montserrat"/>
                <a:sym typeface="Montserrat"/>
              </a:rPr>
              <a:t>Investigación</a:t>
            </a:r>
            <a:r>
              <a:rPr lang="en-US" sz="7600" b="0" i="0" u="none" strike="noStrike" cap="none" dirty="0">
                <a:solidFill>
                  <a:schemeClr val="dk1"/>
                </a:solidFill>
                <a:latin typeface="Montserrat"/>
                <a:ea typeface="Montserrat"/>
                <a:cs typeface="Montserrat"/>
                <a:sym typeface="Montserrat"/>
              </a:rPr>
              <a:t> de mayor </a:t>
            </a:r>
            <a:r>
              <a:rPr lang="en-US" sz="7600" b="0" i="0" u="none" strike="noStrike" cap="none" dirty="0" err="1">
                <a:solidFill>
                  <a:schemeClr val="dk1"/>
                </a:solidFill>
                <a:latin typeface="Montserrat"/>
                <a:ea typeface="Montserrat"/>
                <a:cs typeface="Montserrat"/>
                <a:sym typeface="Montserrat"/>
              </a:rPr>
              <a:t>aliento</a:t>
            </a:r>
            <a:endParaRPr sz="7600" b="0" i="0" u="none" strike="noStrike" cap="none" dirty="0">
              <a:solidFill>
                <a:schemeClr val="dk1"/>
              </a:solidFill>
              <a:latin typeface="Montserrat"/>
              <a:ea typeface="Montserrat"/>
              <a:cs typeface="Montserrat"/>
              <a:sym typeface="Montserrat"/>
            </a:endParaRPr>
          </a:p>
        </p:txBody>
      </p:sp>
      <p:sp>
        <p:nvSpPr>
          <p:cNvPr id="71" name="Google Shape;71;g395d08602ed_0_7"/>
          <p:cNvSpPr txBox="1"/>
          <p:nvPr/>
        </p:nvSpPr>
        <p:spPr>
          <a:xfrm>
            <a:off x="1598985" y="10311909"/>
            <a:ext cx="11324100" cy="730456"/>
          </a:xfrm>
          <a:prstGeom prst="rect">
            <a:avLst/>
          </a:prstGeom>
          <a:noFill/>
          <a:ln>
            <a:noFill/>
          </a:ln>
        </p:spPr>
        <p:txBody>
          <a:bodyPr spcFirstLastPara="1" wrap="square" lIns="50800" tIns="50800" rIns="50800" bIns="50800" anchor="ctr" anchorCtr="0">
            <a:spAutoFit/>
          </a:bodyPr>
          <a:lstStyle/>
          <a:p>
            <a:pPr marL="0" marR="0" lvl="0" indent="0" algn="l" rtl="0">
              <a:lnSpc>
                <a:spcPct val="120000"/>
              </a:lnSpc>
              <a:spcBef>
                <a:spcPts val="0"/>
              </a:spcBef>
              <a:spcAft>
                <a:spcPts val="0"/>
              </a:spcAft>
              <a:buClr>
                <a:srgbClr val="5AC1A0"/>
              </a:buClr>
              <a:buSzPts val="3400"/>
              <a:buFont typeface="Montserrat"/>
              <a:buNone/>
            </a:pPr>
            <a:r>
              <a:rPr lang="en-US" sz="3400" b="1" i="0" u="none" strike="noStrike" cap="none" dirty="0">
                <a:solidFill>
                  <a:schemeClr val="dk1"/>
                </a:solidFill>
                <a:latin typeface="Montserrat"/>
                <a:ea typeface="Montserrat"/>
                <a:cs typeface="Montserrat"/>
                <a:sym typeface="Montserrat"/>
              </a:rPr>
              <a:t>Proyecto SIIP 2025-2027 </a:t>
            </a:r>
            <a:r>
              <a:rPr lang="en-US" sz="3400" b="1" i="0" u="none" strike="noStrike" cap="none" dirty="0" err="1">
                <a:solidFill>
                  <a:schemeClr val="dk1"/>
                </a:solidFill>
                <a:latin typeface="Montserrat"/>
                <a:ea typeface="Montserrat"/>
                <a:cs typeface="Montserrat"/>
                <a:sym typeface="Montserrat"/>
              </a:rPr>
              <a:t>en</a:t>
            </a:r>
            <a:r>
              <a:rPr lang="en-US" sz="3400" b="1" i="0" u="none" strike="noStrike" cap="none" dirty="0">
                <a:solidFill>
                  <a:schemeClr val="dk1"/>
                </a:solidFill>
                <a:latin typeface="Montserrat"/>
                <a:ea typeface="Montserrat"/>
                <a:cs typeface="Montserrat"/>
                <a:sym typeface="Montserrat"/>
              </a:rPr>
              <a:t> FCE y FD</a:t>
            </a:r>
          </a:p>
        </p:txBody>
      </p:sp>
      <p:sp>
        <p:nvSpPr>
          <p:cNvPr id="72" name="Google Shape;72;g395d08602ed_0_7"/>
          <p:cNvSpPr txBox="1"/>
          <p:nvPr/>
        </p:nvSpPr>
        <p:spPr>
          <a:xfrm>
            <a:off x="1598985" y="4559279"/>
            <a:ext cx="20907739" cy="8621847"/>
          </a:xfrm>
          <a:prstGeom prst="rect">
            <a:avLst/>
          </a:prstGeom>
          <a:noFill/>
          <a:ln>
            <a:noFill/>
          </a:ln>
        </p:spPr>
        <p:txBody>
          <a:bodyPr spcFirstLastPara="1" wrap="square" lIns="50800" tIns="50800" rIns="50800" bIns="50800" anchor="ctr" anchorCtr="0">
            <a:spAutoFit/>
          </a:bodyPr>
          <a:lstStyle/>
          <a:p>
            <a:pPr lvl="0">
              <a:lnSpc>
                <a:spcPct val="120000"/>
              </a:lnSpc>
              <a:buSzPts val="3400"/>
            </a:pPr>
            <a:r>
              <a:rPr lang="es-ES" sz="3000" b="0" i="0" u="none" strike="noStrike" cap="none" dirty="0">
                <a:solidFill>
                  <a:srgbClr val="000000"/>
                </a:solidFill>
                <a:latin typeface="Montserrat"/>
                <a:ea typeface="Montserrat"/>
                <a:cs typeface="Montserrat"/>
                <a:sym typeface="Montserrat"/>
              </a:rPr>
              <a:t>La investigación busca dialogar con contribuciones producidas por la historiografía económica, argentina e internacional, sobre las </a:t>
            </a:r>
            <a:r>
              <a:rPr lang="es-ES" sz="3000" b="1" i="0" u="none" strike="noStrike" cap="none" dirty="0">
                <a:solidFill>
                  <a:srgbClr val="000000"/>
                </a:solidFill>
                <a:latin typeface="Montserrat"/>
                <a:ea typeface="Montserrat"/>
                <a:cs typeface="Montserrat"/>
                <a:sym typeface="Montserrat"/>
              </a:rPr>
              <a:t>causas y efectos económicos y sociales de las crisis</a:t>
            </a:r>
            <a:r>
              <a:rPr lang="es-ES" sz="3000" b="0" i="0" u="none" strike="noStrike" cap="none" dirty="0">
                <a:solidFill>
                  <a:srgbClr val="000000"/>
                </a:solidFill>
                <a:latin typeface="Montserrat"/>
                <a:ea typeface="Montserrat"/>
                <a:cs typeface="Montserrat"/>
                <a:sym typeface="Montserrat"/>
              </a:rPr>
              <a:t>, no solo directos sobre la </a:t>
            </a:r>
            <a:r>
              <a:rPr lang="es-ES" sz="3000" b="1" i="0" u="none" strike="noStrike" cap="none" dirty="0">
                <a:solidFill>
                  <a:srgbClr val="000000"/>
                </a:solidFill>
                <a:latin typeface="Montserrat"/>
                <a:ea typeface="Montserrat"/>
                <a:cs typeface="Montserrat"/>
                <a:sym typeface="Montserrat"/>
              </a:rPr>
              <a:t>producción y el empleo </a:t>
            </a:r>
            <a:r>
              <a:rPr lang="es-ES" sz="3000" b="0" i="0" u="none" strike="noStrike" cap="none" dirty="0">
                <a:solidFill>
                  <a:srgbClr val="000000"/>
                </a:solidFill>
                <a:latin typeface="Montserrat"/>
                <a:ea typeface="Montserrat"/>
                <a:cs typeface="Montserrat"/>
                <a:sym typeface="Montserrat"/>
              </a:rPr>
              <a:t>sino también en las </a:t>
            </a:r>
            <a:r>
              <a:rPr lang="es-ES" sz="3000" b="1" i="0" u="none" strike="noStrike" cap="none" dirty="0">
                <a:solidFill>
                  <a:srgbClr val="000000"/>
                </a:solidFill>
                <a:latin typeface="Montserrat"/>
                <a:ea typeface="Montserrat"/>
                <a:cs typeface="Montserrat"/>
                <a:sym typeface="Montserrat"/>
              </a:rPr>
              <a:t>condiciones de vida de las familias</a:t>
            </a:r>
            <a:r>
              <a:rPr lang="es-ES" sz="3000" b="0" i="0" u="none" strike="noStrike" cap="none" dirty="0">
                <a:solidFill>
                  <a:srgbClr val="000000"/>
                </a:solidFill>
                <a:latin typeface="Montserrat"/>
                <a:ea typeface="Montserrat"/>
                <a:cs typeface="Montserrat"/>
                <a:sym typeface="Montserrat"/>
              </a:rPr>
              <a:t>, a partir de considerar al </a:t>
            </a:r>
            <a:r>
              <a:rPr lang="es-ES" sz="3000" b="1" i="0" u="none" strike="noStrike" cap="none" dirty="0">
                <a:solidFill>
                  <a:srgbClr val="000000"/>
                </a:solidFill>
                <a:latin typeface="Montserrat"/>
                <a:ea typeface="Montserrat"/>
                <a:cs typeface="Montserrat"/>
                <a:sym typeface="Montserrat"/>
              </a:rPr>
              <a:t>salario real </a:t>
            </a:r>
            <a:r>
              <a:rPr lang="es-ES" sz="3000" b="0" i="0" u="none" strike="noStrike" cap="none" dirty="0">
                <a:solidFill>
                  <a:srgbClr val="000000"/>
                </a:solidFill>
                <a:latin typeface="Montserrat"/>
                <a:ea typeface="Montserrat"/>
                <a:cs typeface="Montserrat"/>
                <a:sym typeface="Montserrat"/>
              </a:rPr>
              <a:t>como un indicador de nivel de vida (</a:t>
            </a:r>
            <a:r>
              <a:rPr lang="es-ES" sz="3000" b="0" i="1" u="none" strike="noStrike" cap="none" dirty="0" err="1">
                <a:solidFill>
                  <a:srgbClr val="000000"/>
                </a:solidFill>
                <a:latin typeface="Montserrat"/>
                <a:ea typeface="Montserrat"/>
                <a:cs typeface="Montserrat"/>
                <a:sym typeface="Montserrat"/>
              </a:rPr>
              <a:t>welfare</a:t>
            </a:r>
            <a:r>
              <a:rPr lang="es-ES" sz="3000" b="0" i="1" u="none" strike="noStrike" cap="none" dirty="0">
                <a:solidFill>
                  <a:srgbClr val="000000"/>
                </a:solidFill>
                <a:latin typeface="Montserrat"/>
                <a:ea typeface="Montserrat"/>
                <a:cs typeface="Montserrat"/>
                <a:sym typeface="Montserrat"/>
              </a:rPr>
              <a:t> ratio</a:t>
            </a:r>
            <a:r>
              <a:rPr lang="es-ES" sz="3000" b="0" i="0" u="none" strike="noStrike" cap="none" dirty="0">
                <a:solidFill>
                  <a:srgbClr val="000000"/>
                </a:solidFill>
                <a:latin typeface="Montserrat"/>
                <a:ea typeface="Montserrat"/>
                <a:cs typeface="Montserrat"/>
                <a:sym typeface="Montserrat"/>
              </a:rPr>
              <a:t>, Allen, </a:t>
            </a:r>
            <a:r>
              <a:rPr lang="es-ES" sz="3000" dirty="0">
                <a:latin typeface="Montserrat"/>
                <a:ea typeface="Montserrat"/>
                <a:cs typeface="Montserrat"/>
                <a:sym typeface="Montserrat"/>
              </a:rPr>
              <a:t>2001) (</a:t>
            </a:r>
            <a:r>
              <a:rPr lang="es-ES" sz="3000" b="1" dirty="0">
                <a:latin typeface="Montserrat"/>
                <a:ea typeface="Montserrat"/>
                <a:cs typeface="Montserrat"/>
                <a:sym typeface="Montserrat"/>
              </a:rPr>
              <a:t>bienestar vs. subsistencia</a:t>
            </a:r>
            <a:r>
              <a:rPr lang="es-ES" sz="3000" dirty="0">
                <a:latin typeface="Montserrat"/>
                <a:ea typeface="Montserrat"/>
                <a:cs typeface="Montserrat"/>
                <a:sym typeface="Montserrat"/>
              </a:rPr>
              <a:t>)</a:t>
            </a:r>
            <a:r>
              <a:rPr lang="en-US" sz="3000" b="0" i="0" u="none" strike="noStrike" cap="none" dirty="0">
                <a:solidFill>
                  <a:srgbClr val="000000"/>
                </a:solidFill>
                <a:latin typeface="Montserrat"/>
                <a:ea typeface="Montserrat"/>
                <a:cs typeface="Montserrat"/>
                <a:sym typeface="Montserrat"/>
              </a:rPr>
              <a:t>. </a:t>
            </a:r>
          </a:p>
          <a:p>
            <a:pPr marL="0" marR="0" lvl="0" indent="0" rtl="0">
              <a:lnSpc>
                <a:spcPct val="120000"/>
              </a:lnSpc>
              <a:spcBef>
                <a:spcPts val="0"/>
              </a:spcBef>
              <a:spcAft>
                <a:spcPts val="0"/>
              </a:spcAft>
              <a:buClr>
                <a:srgbClr val="000000"/>
              </a:buClr>
              <a:buSzPts val="3400"/>
              <a:buFont typeface="Montserrat"/>
              <a:buNone/>
            </a:pPr>
            <a:endParaRPr lang="en-US" sz="3000" b="0" i="0" u="none" strike="noStrike" cap="none" dirty="0">
              <a:solidFill>
                <a:srgbClr val="000000"/>
              </a:solidFill>
              <a:latin typeface="Montserrat"/>
              <a:ea typeface="Montserrat"/>
              <a:cs typeface="Montserrat"/>
              <a:sym typeface="Montserrat"/>
            </a:endParaRPr>
          </a:p>
          <a:p>
            <a:pPr marL="0" marR="0" lvl="0" indent="0" rtl="0">
              <a:lnSpc>
                <a:spcPct val="120000"/>
              </a:lnSpc>
              <a:spcBef>
                <a:spcPts val="0"/>
              </a:spcBef>
              <a:spcAft>
                <a:spcPts val="0"/>
              </a:spcAft>
              <a:buClr>
                <a:srgbClr val="000000"/>
              </a:buClr>
              <a:buSzPts val="3400"/>
              <a:buFont typeface="Montserrat"/>
              <a:buNone/>
            </a:pPr>
            <a:r>
              <a:rPr lang="es-ES" sz="3000" dirty="0">
                <a:latin typeface="Montserrat"/>
                <a:ea typeface="Montserrat"/>
                <a:cs typeface="Montserrat"/>
                <a:sym typeface="Montserrat"/>
              </a:rPr>
              <a:t>T</a:t>
            </a:r>
            <a:r>
              <a:rPr lang="es-ES" sz="3000" b="0" i="0" u="none" strike="noStrike" cap="none" dirty="0">
                <a:solidFill>
                  <a:srgbClr val="000000"/>
                </a:solidFill>
                <a:latin typeface="Montserrat"/>
                <a:ea typeface="Montserrat"/>
                <a:cs typeface="Montserrat"/>
                <a:sym typeface="Montserrat"/>
              </a:rPr>
              <a:t>ambién busca profundizar una línea de indagación sobre </a:t>
            </a:r>
            <a:r>
              <a:rPr lang="es-ES" sz="3000" b="1" i="0" u="none" strike="noStrike" cap="none" dirty="0">
                <a:solidFill>
                  <a:srgbClr val="000000"/>
                </a:solidFill>
                <a:latin typeface="Montserrat"/>
                <a:ea typeface="Montserrat"/>
                <a:cs typeface="Montserrat"/>
                <a:sym typeface="Montserrat"/>
              </a:rPr>
              <a:t>debates legislativos y trayectorias de funcionarios </a:t>
            </a:r>
            <a:r>
              <a:rPr lang="es-ES" sz="3000" b="0" i="0" u="none" strike="noStrike" cap="none" dirty="0">
                <a:solidFill>
                  <a:srgbClr val="000000"/>
                </a:solidFill>
                <a:latin typeface="Montserrat"/>
                <a:ea typeface="Montserrat"/>
                <a:cs typeface="Montserrat"/>
                <a:sym typeface="Montserrat"/>
              </a:rPr>
              <a:t>públicos, especialmente en relación con </a:t>
            </a:r>
            <a:r>
              <a:rPr lang="es-ES" sz="3000" b="1" i="0" u="none" strike="noStrike" cap="none" dirty="0">
                <a:solidFill>
                  <a:srgbClr val="000000"/>
                </a:solidFill>
                <a:latin typeface="Montserrat"/>
                <a:ea typeface="Montserrat"/>
                <a:cs typeface="Montserrat"/>
                <a:sym typeface="Montserrat"/>
              </a:rPr>
              <a:t>las crisis económicas e institucionales</a:t>
            </a:r>
            <a:r>
              <a:rPr lang="es-ES" sz="3000" b="0" i="0" u="none" strike="noStrike" cap="none" dirty="0">
                <a:solidFill>
                  <a:srgbClr val="000000"/>
                </a:solidFill>
                <a:latin typeface="Montserrat"/>
                <a:ea typeface="Montserrat"/>
                <a:cs typeface="Montserrat"/>
                <a:sym typeface="Montserrat"/>
              </a:rPr>
              <a:t> del período estudiado. </a:t>
            </a:r>
            <a:endParaRPr lang="en-US" sz="3000" b="0" i="0" u="none" strike="noStrike" cap="none" dirty="0">
              <a:solidFill>
                <a:srgbClr val="000000"/>
              </a:solidFill>
              <a:latin typeface="Montserrat"/>
              <a:ea typeface="Montserrat"/>
              <a:cs typeface="Montserrat"/>
              <a:sym typeface="Montserrat"/>
            </a:endParaRPr>
          </a:p>
          <a:p>
            <a:pPr marL="0" marR="0" lvl="0" indent="0" rtl="0">
              <a:lnSpc>
                <a:spcPct val="120000"/>
              </a:lnSpc>
              <a:spcBef>
                <a:spcPts val="0"/>
              </a:spcBef>
              <a:spcAft>
                <a:spcPts val="0"/>
              </a:spcAft>
              <a:buClr>
                <a:srgbClr val="000000"/>
              </a:buClr>
              <a:buSzPts val="3400"/>
              <a:buFont typeface="Montserrat"/>
              <a:buNone/>
            </a:pPr>
            <a:endParaRPr lang="en-US" sz="3200" b="0" i="0" u="none" strike="noStrike" cap="none" dirty="0">
              <a:solidFill>
                <a:srgbClr val="000000"/>
              </a:solidFill>
              <a:latin typeface="Montserrat"/>
              <a:ea typeface="Montserrat"/>
              <a:cs typeface="Montserrat"/>
              <a:sym typeface="Montserrat"/>
            </a:endParaRPr>
          </a:p>
          <a:p>
            <a:pPr marL="0" marR="0" lvl="0" indent="0" rtl="0">
              <a:lnSpc>
                <a:spcPct val="120000"/>
              </a:lnSpc>
              <a:spcBef>
                <a:spcPts val="0"/>
              </a:spcBef>
              <a:spcAft>
                <a:spcPts val="0"/>
              </a:spcAft>
              <a:buClr>
                <a:srgbClr val="000000"/>
              </a:buClr>
              <a:buSzPts val="3400"/>
              <a:buFont typeface="Montserrat"/>
              <a:buNone/>
            </a:pPr>
            <a:endParaRPr lang="en-US" sz="3200" dirty="0">
              <a:latin typeface="Montserrat"/>
              <a:ea typeface="Montserrat"/>
              <a:cs typeface="Montserrat"/>
              <a:sym typeface="Montserrat"/>
            </a:endParaRPr>
          </a:p>
          <a:p>
            <a:pPr marL="0" marR="0" lvl="0" indent="0" rtl="0">
              <a:lnSpc>
                <a:spcPct val="120000"/>
              </a:lnSpc>
              <a:spcBef>
                <a:spcPts val="0"/>
              </a:spcBef>
              <a:spcAft>
                <a:spcPts val="0"/>
              </a:spcAft>
              <a:buClr>
                <a:srgbClr val="000000"/>
              </a:buClr>
              <a:buSzPts val="3400"/>
              <a:buFont typeface="Montserrat"/>
              <a:buNone/>
            </a:pPr>
            <a:endParaRPr lang="en-US" sz="3200" b="0" i="0" u="none" strike="noStrike" cap="none" dirty="0">
              <a:solidFill>
                <a:srgbClr val="000000"/>
              </a:solidFill>
              <a:latin typeface="Montserrat"/>
              <a:ea typeface="Montserrat"/>
              <a:cs typeface="Montserrat"/>
              <a:sym typeface="Montserrat"/>
            </a:endParaRPr>
          </a:p>
          <a:p>
            <a:pPr marL="0" marR="0" lvl="0" indent="0" rtl="0">
              <a:lnSpc>
                <a:spcPct val="120000"/>
              </a:lnSpc>
              <a:spcBef>
                <a:spcPts val="0"/>
              </a:spcBef>
              <a:spcAft>
                <a:spcPts val="0"/>
              </a:spcAft>
              <a:buClr>
                <a:srgbClr val="000000"/>
              </a:buClr>
              <a:buSzPts val="3400"/>
              <a:buFont typeface="Montserrat"/>
              <a:buNone/>
            </a:pPr>
            <a:endParaRPr lang="en-US" sz="3200" b="0" i="0" u="none" strike="noStrike" cap="none" dirty="0">
              <a:solidFill>
                <a:srgbClr val="000000"/>
              </a:solidFill>
              <a:latin typeface="Montserrat"/>
              <a:ea typeface="Montserrat"/>
              <a:cs typeface="Montserrat"/>
              <a:sym typeface="Montserrat"/>
            </a:endParaRPr>
          </a:p>
          <a:p>
            <a:r>
              <a:rPr lang="es-AR" sz="2800" dirty="0">
                <a:latin typeface="Montserrat"/>
              </a:rPr>
              <a:t>DIRECTORA: Dra. Patricia Olguín </a:t>
            </a:r>
          </a:p>
          <a:p>
            <a:r>
              <a:rPr lang="es-AR" sz="2800" dirty="0">
                <a:latin typeface="Montserrat"/>
              </a:rPr>
              <a:t>CO-DIRECTORA: Dra. Beatriz </a:t>
            </a:r>
            <a:r>
              <a:rPr lang="es-AR" sz="2800" dirty="0" err="1">
                <a:latin typeface="Montserrat"/>
              </a:rPr>
              <a:t>Bragoni</a:t>
            </a:r>
            <a:endParaRPr lang="es-AR" sz="2800" dirty="0">
              <a:latin typeface="Montserrat"/>
            </a:endParaRPr>
          </a:p>
          <a:p>
            <a:r>
              <a:rPr lang="es-AR" sz="2800" dirty="0">
                <a:latin typeface="Montserrat"/>
              </a:rPr>
              <a:t>INTEGRANTES: Dr. Pablo </a:t>
            </a:r>
            <a:r>
              <a:rPr lang="es-AR" sz="2800" dirty="0" err="1">
                <a:latin typeface="Montserrat"/>
              </a:rPr>
              <a:t>Mahnic</a:t>
            </a:r>
            <a:r>
              <a:rPr lang="es-AR" sz="2800" dirty="0">
                <a:latin typeface="Montserrat"/>
              </a:rPr>
              <a:t>, Dra. Virginia Mellado, Mg. Alejandra Masi, Dra. </a:t>
            </a:r>
            <a:r>
              <a:rPr lang="es-AR" sz="2800" dirty="0" err="1">
                <a:latin typeface="Montserrat"/>
              </a:rPr>
              <a:t>Gimena</a:t>
            </a:r>
            <a:r>
              <a:rPr lang="es-AR" sz="2800" dirty="0">
                <a:latin typeface="Montserrat"/>
              </a:rPr>
              <a:t> </a:t>
            </a:r>
            <a:r>
              <a:rPr lang="es-AR" sz="2800" dirty="0" err="1">
                <a:latin typeface="Montserrat"/>
              </a:rPr>
              <a:t>Iriart</a:t>
            </a:r>
            <a:r>
              <a:rPr lang="es-AR" sz="2800" dirty="0">
                <a:latin typeface="Montserrat"/>
              </a:rPr>
              <a:t>, Lic. Alejandro Norton, Lic. Federico Gómez, Lic. Renata Alonso, Abog. David Terranova, Prof. Claudio Chavarría.</a:t>
            </a:r>
          </a:p>
        </p:txBody>
      </p:sp>
      <p:sp>
        <p:nvSpPr>
          <p:cNvPr id="73" name="Google Shape;73;g395d08602ed_0_7"/>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lvl="0">
              <a:buSzPts val="2000"/>
            </a:pPr>
            <a:r>
              <a:rPr lang="es-AR" sz="2000" b="0" i="0" u="none" strike="noStrike" cap="none" dirty="0">
                <a:solidFill>
                  <a:srgbClr val="000000"/>
                </a:solidFill>
                <a:latin typeface="Montserrat"/>
                <a:ea typeface="Montserrat"/>
                <a:cs typeface="Montserrat"/>
                <a:sym typeface="Montserrat"/>
              </a:rPr>
              <a:t>Desempeño económico y desigualdad</a:t>
            </a:r>
          </a:p>
          <a:p>
            <a:pPr lvl="0">
              <a:buSzPts val="2000"/>
            </a:pPr>
            <a:r>
              <a:rPr lang="es-AR" sz="2000" dirty="0">
                <a:latin typeface="Montserrat"/>
                <a:ea typeface="Montserrat"/>
                <a:cs typeface="Montserrat"/>
                <a:sym typeface="Montserrat"/>
              </a:rPr>
              <a:t>en Mendoza en el largo plazo</a:t>
            </a:r>
            <a:endParaRPr sz="2000" b="0" i="0" u="none" strike="noStrike" cap="none" dirty="0">
              <a:solidFill>
                <a:srgbClr val="00000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7354AAB9-ADF8-3A8B-BBBD-5E59FD711F1C}"/>
            </a:ext>
          </a:extLst>
        </p:cNvPr>
        <p:cNvGrpSpPr/>
        <p:nvPr/>
      </p:nvGrpSpPr>
      <p:grpSpPr>
        <a:xfrm>
          <a:off x="0" y="0"/>
          <a:ext cx="0" cy="0"/>
          <a:chOff x="0" y="0"/>
          <a:chExt cx="0" cy="0"/>
        </a:xfrm>
      </p:grpSpPr>
      <p:sp>
        <p:nvSpPr>
          <p:cNvPr id="70" name="Google Shape;70;g395d08602ed_0_7">
            <a:extLst>
              <a:ext uri="{FF2B5EF4-FFF2-40B4-BE49-F238E27FC236}">
                <a16:creationId xmlns:a16="http://schemas.microsoft.com/office/drawing/2014/main" id="{A510D83B-9843-B3C5-F25A-FF964F293700}"/>
              </a:ext>
            </a:extLst>
          </p:cNvPr>
          <p:cNvSpPr txBox="1"/>
          <p:nvPr/>
        </p:nvSpPr>
        <p:spPr>
          <a:xfrm>
            <a:off x="1598985" y="3404091"/>
            <a:ext cx="16409700" cy="1155188"/>
          </a:xfrm>
          <a:prstGeom prst="rect">
            <a:avLst/>
          </a:prstGeom>
          <a:noFill/>
          <a:ln>
            <a:noFill/>
          </a:ln>
        </p:spPr>
        <p:txBody>
          <a:bodyPr spcFirstLastPara="1" wrap="square" lIns="50800" tIns="50800" rIns="50800" bIns="50800" anchor="ctr" anchorCtr="0">
            <a:spAutoFit/>
          </a:bodyPr>
          <a:lstStyle/>
          <a:p>
            <a:pPr marL="0" marR="0" lvl="0" indent="0" algn="l" defTabSz="914400" rtl="0" eaLnBrk="1" fontAlgn="auto" latinLnBrk="0" hangingPunct="1">
              <a:lnSpc>
                <a:spcPct val="90000"/>
              </a:lnSpc>
              <a:spcBef>
                <a:spcPts val="0"/>
              </a:spcBef>
              <a:spcAft>
                <a:spcPts val="0"/>
              </a:spcAft>
              <a:buClr>
                <a:srgbClr val="5AC1A0"/>
              </a:buClr>
              <a:buSzPts val="7600"/>
              <a:buFont typeface="Montserrat"/>
              <a:buNone/>
              <a:tabLst/>
              <a:defRPr/>
            </a:pPr>
            <a:r>
              <a:rPr kumimoji="0" lang="en-US" sz="7600" b="0" i="0" u="none" strike="noStrike" kern="0" cap="none" spc="0" normalizeH="0" baseline="0" noProof="0" dirty="0" err="1">
                <a:ln>
                  <a:noFill/>
                </a:ln>
                <a:solidFill>
                  <a:srgbClr val="000000"/>
                </a:solidFill>
                <a:effectLst/>
                <a:uLnTx/>
                <a:uFillTx/>
                <a:latin typeface="Montserrat"/>
                <a:ea typeface="Montserrat"/>
                <a:cs typeface="Montserrat"/>
                <a:sym typeface="Montserrat"/>
              </a:rPr>
              <a:t>Objetivos</a:t>
            </a:r>
            <a:r>
              <a:rPr kumimoji="0" lang="en-US" sz="7600" b="0" i="0" u="none" strike="noStrike" kern="0" cap="none" spc="0" normalizeH="0" baseline="0" noProof="0" dirty="0">
                <a:ln>
                  <a:noFill/>
                </a:ln>
                <a:solidFill>
                  <a:srgbClr val="000000"/>
                </a:solidFill>
                <a:effectLst/>
                <a:uLnTx/>
                <a:uFillTx/>
                <a:latin typeface="Montserrat"/>
                <a:ea typeface="Montserrat"/>
                <a:cs typeface="Montserrat"/>
                <a:sym typeface="Montserrat"/>
              </a:rPr>
              <a:t> del </a:t>
            </a:r>
            <a:r>
              <a:rPr lang="en-US" sz="7600" dirty="0" err="1">
                <a:latin typeface="Montserrat"/>
                <a:ea typeface="Montserrat"/>
                <a:cs typeface="Montserrat"/>
                <a:sym typeface="Montserrat"/>
              </a:rPr>
              <a:t>proyecto</a:t>
            </a:r>
            <a:r>
              <a:rPr kumimoji="0" lang="en-US" sz="7600" b="0" i="0" u="none" strike="noStrike" kern="0" cap="none" spc="0" normalizeH="0" baseline="0" noProof="0" dirty="0">
                <a:ln>
                  <a:noFill/>
                </a:ln>
                <a:solidFill>
                  <a:srgbClr val="000000"/>
                </a:solidFill>
                <a:effectLst/>
                <a:uLnTx/>
                <a:uFillTx/>
                <a:latin typeface="Montserrat"/>
                <a:ea typeface="Montserrat"/>
                <a:cs typeface="Montserrat"/>
                <a:sym typeface="Montserrat"/>
              </a:rPr>
              <a:t> </a:t>
            </a:r>
            <a:endParaRPr kumimoji="0" sz="76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
        <p:nvSpPr>
          <p:cNvPr id="71" name="Google Shape;71;g395d08602ed_0_7">
            <a:extLst>
              <a:ext uri="{FF2B5EF4-FFF2-40B4-BE49-F238E27FC236}">
                <a16:creationId xmlns:a16="http://schemas.microsoft.com/office/drawing/2014/main" id="{BD45488B-9F72-1A2D-07AA-E29BE915945B}"/>
              </a:ext>
            </a:extLst>
          </p:cNvPr>
          <p:cNvSpPr txBox="1"/>
          <p:nvPr/>
        </p:nvSpPr>
        <p:spPr>
          <a:xfrm>
            <a:off x="1598985" y="4742149"/>
            <a:ext cx="21186030" cy="5334794"/>
          </a:xfrm>
          <a:prstGeom prst="rect">
            <a:avLst/>
          </a:prstGeom>
          <a:noFill/>
          <a:ln>
            <a:noFill/>
          </a:ln>
        </p:spPr>
        <p:txBody>
          <a:bodyPr spcFirstLastPara="1" wrap="square" lIns="50800" tIns="50800" rIns="50800" bIns="50800" anchor="ctr" anchorCtr="0">
            <a:spAutoFit/>
          </a:bodyPr>
          <a:lstStyle/>
          <a:p>
            <a:r>
              <a:rPr lang="es-ES" sz="3400" b="1" dirty="0">
                <a:latin typeface="Montserrat"/>
              </a:rPr>
              <a:t>Estudiar las transformaciones económicas de Mendoza y sus efectos en las condiciones de vida de la población (ingresos) con la intención de identificar y caracterizar las especificidades del caso provincial en relación con la situación nacional en el largo plazo (más de un siglo).</a:t>
            </a:r>
          </a:p>
          <a:p>
            <a:r>
              <a:rPr lang="es-ES" sz="3400" dirty="0">
                <a:latin typeface="Montserrat"/>
              </a:rPr>
              <a:t> </a:t>
            </a:r>
          </a:p>
          <a:p>
            <a:r>
              <a:rPr lang="es-ES" sz="3400" dirty="0">
                <a:latin typeface="Montserrat"/>
              </a:rPr>
              <a:t>El acento se coloca en:</a:t>
            </a:r>
          </a:p>
          <a:p>
            <a:endParaRPr lang="es-ES" sz="3400" dirty="0">
              <a:latin typeface="Montserrat"/>
            </a:endParaRPr>
          </a:p>
          <a:p>
            <a:pPr marL="457200" indent="-457200">
              <a:buFont typeface="Arial" panose="020B0604020202020204" pitchFamily="34" charset="0"/>
              <a:buChar char="•"/>
            </a:pPr>
            <a:r>
              <a:rPr lang="es-ES" sz="3400" dirty="0">
                <a:latin typeface="Montserrat"/>
              </a:rPr>
              <a:t>La construcción de </a:t>
            </a:r>
            <a:r>
              <a:rPr lang="es-ES" sz="3400" b="1" dirty="0">
                <a:latin typeface="Montserrat"/>
              </a:rPr>
              <a:t>series de tiempo de producción, precios y salarios</a:t>
            </a:r>
          </a:p>
          <a:p>
            <a:pPr marL="457200" indent="-457200">
              <a:buFont typeface="Arial" panose="020B0604020202020204" pitchFamily="34" charset="0"/>
              <a:buChar char="•"/>
            </a:pPr>
            <a:r>
              <a:rPr lang="es-ES" sz="3400" dirty="0">
                <a:latin typeface="Montserrat"/>
              </a:rPr>
              <a:t>Análisis de </a:t>
            </a:r>
            <a:r>
              <a:rPr lang="es-ES" sz="3400" b="1" dirty="0">
                <a:latin typeface="Montserrat"/>
              </a:rPr>
              <a:t>debates legislativos </a:t>
            </a:r>
            <a:r>
              <a:rPr lang="es-ES" sz="3400" dirty="0">
                <a:latin typeface="Montserrat"/>
              </a:rPr>
              <a:t>vinculados a crisis económicas e institucionales y la trayectoria de algunos funcionarios de alto rango e los poderes del Estado provincial. </a:t>
            </a:r>
          </a:p>
        </p:txBody>
      </p:sp>
      <p:sp>
        <p:nvSpPr>
          <p:cNvPr id="73" name="Google Shape;73;g395d08602ed_0_7">
            <a:extLst>
              <a:ext uri="{FF2B5EF4-FFF2-40B4-BE49-F238E27FC236}">
                <a16:creationId xmlns:a16="http://schemas.microsoft.com/office/drawing/2014/main" id="{A0721B0A-4EF7-DC99-53B7-A219B9644C89}"/>
              </a:ext>
            </a:extLst>
          </p:cNvPr>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Desempeño económico y desigualdad</a:t>
            </a: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en Mendoza en el largo plazo</a:t>
            </a:r>
            <a:endParaRPr kumimoji="0" sz="20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Tree>
    <p:extLst>
      <p:ext uri="{BB962C8B-B14F-4D97-AF65-F5344CB8AC3E}">
        <p14:creationId xmlns:p14="http://schemas.microsoft.com/office/powerpoint/2010/main" val="1302480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678B56CC-0201-68C3-06E5-A2BA5A25FDD3}"/>
            </a:ext>
          </a:extLst>
        </p:cNvPr>
        <p:cNvGrpSpPr/>
        <p:nvPr/>
      </p:nvGrpSpPr>
      <p:grpSpPr>
        <a:xfrm>
          <a:off x="0" y="0"/>
          <a:ext cx="0" cy="0"/>
          <a:chOff x="0" y="0"/>
          <a:chExt cx="0" cy="0"/>
        </a:xfrm>
      </p:grpSpPr>
      <p:sp>
        <p:nvSpPr>
          <p:cNvPr id="71" name="Google Shape;71;g395d08602ed_0_7">
            <a:extLst>
              <a:ext uri="{FF2B5EF4-FFF2-40B4-BE49-F238E27FC236}">
                <a16:creationId xmlns:a16="http://schemas.microsoft.com/office/drawing/2014/main" id="{D2A7687D-4DCF-CF0D-B9C9-EB14B41E009A}"/>
              </a:ext>
            </a:extLst>
          </p:cNvPr>
          <p:cNvSpPr txBox="1"/>
          <p:nvPr/>
        </p:nvSpPr>
        <p:spPr>
          <a:xfrm>
            <a:off x="1598985" y="4506587"/>
            <a:ext cx="21186030" cy="5858014"/>
          </a:xfrm>
          <a:prstGeom prst="rect">
            <a:avLst/>
          </a:prstGeom>
          <a:noFill/>
          <a:ln>
            <a:noFill/>
          </a:ln>
        </p:spPr>
        <p:txBody>
          <a:bodyPr spcFirstLastPara="1" wrap="square" lIns="50800" tIns="50800" rIns="50800" bIns="50800" anchor="ctr" anchorCtr="0">
            <a:spAutoFit/>
          </a:bodyPr>
          <a:lstStyle/>
          <a:p>
            <a:endParaRPr lang="es-ES" sz="3400" dirty="0">
              <a:latin typeface="Montserrat"/>
            </a:endParaRPr>
          </a:p>
          <a:p>
            <a:pPr marL="457200" indent="-457200">
              <a:buFont typeface="Wingdings" panose="05000000000000000000" pitchFamily="2" charset="2"/>
              <a:buChar char="q"/>
            </a:pPr>
            <a:r>
              <a:rPr lang="es-ES" sz="3400" b="1" dirty="0">
                <a:latin typeface="Montserrat"/>
              </a:rPr>
              <a:t>Presenta los resultados de la construcción y empalme de indicadores estadísticos clave </a:t>
            </a:r>
            <a:r>
              <a:rPr lang="es-ES" sz="3400" dirty="0">
                <a:latin typeface="Montserrat"/>
              </a:rPr>
              <a:t>para analizar los cambios estructurales en la producción y las coyunturas de expansión, crisis y declinación, los vaivenes en el nivel general de precios y el rol de los salarios de trabajadores públicos y privados en la subsistencia familiar. </a:t>
            </a:r>
          </a:p>
          <a:p>
            <a:endParaRPr lang="es-ES" sz="3400" dirty="0">
              <a:latin typeface="Montserrat"/>
            </a:endParaRPr>
          </a:p>
          <a:p>
            <a:pPr marL="457200" indent="-457200">
              <a:buFont typeface="Wingdings" panose="05000000000000000000" pitchFamily="2" charset="2"/>
              <a:buChar char="q"/>
            </a:pPr>
            <a:r>
              <a:rPr lang="es-ES" sz="3400" dirty="0">
                <a:latin typeface="Montserrat"/>
              </a:rPr>
              <a:t>Explicita algunos </a:t>
            </a:r>
            <a:r>
              <a:rPr lang="es-ES" sz="3400" b="1" dirty="0">
                <a:latin typeface="Montserrat"/>
              </a:rPr>
              <a:t>debates metodológicos </a:t>
            </a:r>
            <a:r>
              <a:rPr lang="es-ES" sz="3400" dirty="0">
                <a:latin typeface="Montserrat"/>
              </a:rPr>
              <a:t>en torno al tratamiento de los mencionados indicadores para su estudio en un período amplio y límites de las estadísticas (NO SE DESARROLLAN EN ESTA EXPOSICIÓN). Destacar estudios de posgrado en </a:t>
            </a:r>
            <a:r>
              <a:rPr lang="es-ES" sz="3400" b="1" dirty="0">
                <a:latin typeface="Montserrat"/>
              </a:rPr>
              <a:t>Ciencia de datos</a:t>
            </a:r>
            <a:r>
              <a:rPr lang="es-ES" sz="3400" dirty="0">
                <a:latin typeface="Montserrat"/>
              </a:rPr>
              <a:t>. </a:t>
            </a:r>
          </a:p>
          <a:p>
            <a:endParaRPr lang="es-ES" sz="3400" dirty="0">
              <a:latin typeface="Montserrat"/>
            </a:endParaRPr>
          </a:p>
          <a:p>
            <a:pPr marL="457200" indent="-457200">
              <a:buFont typeface="Wingdings" panose="05000000000000000000" pitchFamily="2" charset="2"/>
              <a:buChar char="q"/>
            </a:pPr>
            <a:r>
              <a:rPr lang="es-ES" sz="3400" dirty="0">
                <a:latin typeface="Montserrat"/>
              </a:rPr>
              <a:t>Expone una </a:t>
            </a:r>
            <a:r>
              <a:rPr lang="es-ES" sz="3400" b="1" dirty="0">
                <a:latin typeface="Montserrat"/>
              </a:rPr>
              <a:t>breve interpretación</a:t>
            </a:r>
            <a:r>
              <a:rPr lang="es-ES" sz="3400" dirty="0">
                <a:latin typeface="Montserrat"/>
              </a:rPr>
              <a:t> de los resultados preliminares obtenidos hasta el momento.  </a:t>
            </a:r>
            <a:endParaRPr lang="es-AR" sz="3400" dirty="0">
              <a:latin typeface="Montserrat"/>
            </a:endParaRPr>
          </a:p>
        </p:txBody>
      </p:sp>
      <p:sp>
        <p:nvSpPr>
          <p:cNvPr id="73" name="Google Shape;73;g395d08602ed_0_7">
            <a:extLst>
              <a:ext uri="{FF2B5EF4-FFF2-40B4-BE49-F238E27FC236}">
                <a16:creationId xmlns:a16="http://schemas.microsoft.com/office/drawing/2014/main" id="{91671B3C-B429-4CD9-16FD-6A60E9124E28}"/>
              </a:ext>
            </a:extLst>
          </p:cNvPr>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Desempeño económico y desigualdad</a:t>
            </a: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en Mendoza en el largo plazo</a:t>
            </a:r>
            <a:endParaRPr kumimoji="0" sz="20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
        <p:nvSpPr>
          <p:cNvPr id="2" name="Rectángulo: esquinas redondeadas 1">
            <a:extLst>
              <a:ext uri="{FF2B5EF4-FFF2-40B4-BE49-F238E27FC236}">
                <a16:creationId xmlns:a16="http://schemas.microsoft.com/office/drawing/2014/main" id="{F26C1F25-F1C3-CDAA-A639-DC23AB3D5531}"/>
              </a:ext>
            </a:extLst>
          </p:cNvPr>
          <p:cNvSpPr/>
          <p:nvPr/>
        </p:nvSpPr>
        <p:spPr>
          <a:xfrm>
            <a:off x="2029691" y="4862944"/>
            <a:ext cx="20324618" cy="241069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Google Shape;70;g395d08602ed_0_7">
            <a:extLst>
              <a:ext uri="{FF2B5EF4-FFF2-40B4-BE49-F238E27FC236}">
                <a16:creationId xmlns:a16="http://schemas.microsoft.com/office/drawing/2014/main" id="{13394B2B-E90A-0E42-BCCB-A43056C06CC0}"/>
              </a:ext>
            </a:extLst>
          </p:cNvPr>
          <p:cNvSpPr txBox="1"/>
          <p:nvPr/>
        </p:nvSpPr>
        <p:spPr>
          <a:xfrm>
            <a:off x="1598985" y="3351399"/>
            <a:ext cx="16409700" cy="1155188"/>
          </a:xfrm>
          <a:prstGeom prst="rect">
            <a:avLst/>
          </a:prstGeom>
          <a:noFill/>
          <a:ln>
            <a:noFill/>
          </a:ln>
        </p:spPr>
        <p:txBody>
          <a:bodyPr spcFirstLastPara="1" wrap="square" lIns="50800" tIns="50800" rIns="50800" bIns="50800" anchor="ctr" anchorCtr="0">
            <a:spAutoFit/>
          </a:bodyPr>
          <a:lstStyle/>
          <a:p>
            <a:pPr marL="0" marR="0" lvl="0" indent="0" algn="l" defTabSz="914400" rtl="0" eaLnBrk="1" fontAlgn="auto" latinLnBrk="0" hangingPunct="1">
              <a:lnSpc>
                <a:spcPct val="90000"/>
              </a:lnSpc>
              <a:spcBef>
                <a:spcPts val="0"/>
              </a:spcBef>
              <a:spcAft>
                <a:spcPts val="0"/>
              </a:spcAft>
              <a:buClr>
                <a:srgbClr val="5AC1A0"/>
              </a:buClr>
              <a:buSzPts val="7600"/>
              <a:buFont typeface="Montserrat"/>
              <a:buNone/>
              <a:tabLst/>
              <a:defRPr/>
            </a:pPr>
            <a:r>
              <a:rPr kumimoji="0" lang="en-US" sz="7600" b="0" i="0" u="none" strike="noStrike" kern="0" cap="none" spc="0" normalizeH="0" baseline="0" noProof="0" dirty="0" err="1">
                <a:ln>
                  <a:noFill/>
                </a:ln>
                <a:solidFill>
                  <a:srgbClr val="000000"/>
                </a:solidFill>
                <a:effectLst/>
                <a:uLnTx/>
                <a:uFillTx/>
                <a:latin typeface="Montserrat"/>
                <a:ea typeface="Montserrat"/>
                <a:cs typeface="Montserrat"/>
                <a:sym typeface="Montserrat"/>
              </a:rPr>
              <a:t>Avances</a:t>
            </a:r>
            <a:r>
              <a:rPr kumimoji="0" lang="en-US" sz="7600" b="0" i="0" u="none" strike="noStrike" kern="0" cap="none" spc="0" normalizeH="0" baseline="0" noProof="0" dirty="0">
                <a:ln>
                  <a:noFill/>
                </a:ln>
                <a:solidFill>
                  <a:srgbClr val="000000"/>
                </a:solidFill>
                <a:effectLst/>
                <a:uLnTx/>
                <a:uFillTx/>
                <a:latin typeface="Montserrat"/>
                <a:ea typeface="Montserrat"/>
                <a:cs typeface="Montserrat"/>
                <a:sym typeface="Montserrat"/>
              </a:rPr>
              <a:t> del </a:t>
            </a:r>
            <a:r>
              <a:rPr kumimoji="0" lang="en-US" sz="7600" b="0" i="0" u="none" strike="noStrike" kern="0" cap="none" spc="0" normalizeH="0" baseline="0" noProof="0" dirty="0" err="1">
                <a:ln>
                  <a:noFill/>
                </a:ln>
                <a:solidFill>
                  <a:srgbClr val="000000"/>
                </a:solidFill>
                <a:effectLst/>
                <a:uLnTx/>
                <a:uFillTx/>
                <a:latin typeface="Montserrat"/>
                <a:ea typeface="Montserrat"/>
                <a:cs typeface="Montserrat"/>
                <a:sym typeface="Montserrat"/>
              </a:rPr>
              <a:t>trabajo</a:t>
            </a:r>
            <a:endParaRPr kumimoji="0" sz="76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Tree>
    <p:extLst>
      <p:ext uri="{BB962C8B-B14F-4D97-AF65-F5344CB8AC3E}">
        <p14:creationId xmlns:p14="http://schemas.microsoft.com/office/powerpoint/2010/main" val="3010303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556B115F-326A-743A-661C-F8915F22E1EE}"/>
              </a:ext>
            </a:extLst>
          </p:cNvPr>
          <p:cNvSpPr txBox="1"/>
          <p:nvPr/>
        </p:nvSpPr>
        <p:spPr>
          <a:xfrm>
            <a:off x="1565414" y="1827375"/>
            <a:ext cx="4795630" cy="4524315"/>
          </a:xfrm>
          <a:prstGeom prst="rect">
            <a:avLst/>
          </a:prstGeom>
          <a:noFill/>
        </p:spPr>
        <p:txBody>
          <a:bodyPr wrap="square">
            <a:spAutoFit/>
          </a:bodyPr>
          <a:lstStyle/>
          <a:p>
            <a:r>
              <a:rPr lang="es-ES" sz="3200" b="1" dirty="0">
                <a:highlight>
                  <a:srgbClr val="00FFFF"/>
                </a:highlight>
              </a:rPr>
              <a:t>Número de canastas básicas</a:t>
            </a:r>
            <a:r>
              <a:rPr lang="es-ES" sz="3200" b="1" dirty="0"/>
              <a:t> de consumo familiar que podía comprar el salario nominal de trabajadores varones y mujeres del sector público y privado de Mendoza</a:t>
            </a:r>
            <a:endParaRPr lang="es-AR" sz="3200" b="1" dirty="0"/>
          </a:p>
        </p:txBody>
      </p:sp>
      <p:sp>
        <p:nvSpPr>
          <p:cNvPr id="8" name="CuadroTexto 7">
            <a:extLst>
              <a:ext uri="{FF2B5EF4-FFF2-40B4-BE49-F238E27FC236}">
                <a16:creationId xmlns:a16="http://schemas.microsoft.com/office/drawing/2014/main" id="{28963F10-B062-AC40-39D8-F7EBEC2F9E0E}"/>
              </a:ext>
            </a:extLst>
          </p:cNvPr>
          <p:cNvSpPr txBox="1"/>
          <p:nvPr/>
        </p:nvSpPr>
        <p:spPr>
          <a:xfrm>
            <a:off x="1565414" y="9574335"/>
            <a:ext cx="4656482" cy="3785652"/>
          </a:xfrm>
          <a:prstGeom prst="rect">
            <a:avLst/>
          </a:prstGeom>
          <a:noFill/>
        </p:spPr>
        <p:txBody>
          <a:bodyPr wrap="square">
            <a:spAutoFit/>
          </a:bodyPr>
          <a:lstStyle/>
          <a:p>
            <a:r>
              <a:rPr lang="es-ES" sz="2400" dirty="0"/>
              <a:t>Fuentes: elaboración propia sobre la base de Olguín y </a:t>
            </a:r>
            <a:r>
              <a:rPr lang="es-ES" sz="2400" dirty="0" err="1"/>
              <a:t>Bragoni</a:t>
            </a:r>
            <a:r>
              <a:rPr lang="es-ES" sz="2400" dirty="0"/>
              <a:t> (2023, 2025); Dirección de Estadísticas e Investigaciones Económicas, Anuario Estadístico 1960-1970, 1974-1976; INDEC, Encuesta de presupuestos familiares 1969/70, p. 24.</a:t>
            </a:r>
          </a:p>
          <a:p>
            <a:endParaRPr lang="es-ES" sz="2400" dirty="0"/>
          </a:p>
        </p:txBody>
      </p:sp>
      <p:sp>
        <p:nvSpPr>
          <p:cNvPr id="10" name="CuadroTexto 9">
            <a:extLst>
              <a:ext uri="{FF2B5EF4-FFF2-40B4-BE49-F238E27FC236}">
                <a16:creationId xmlns:a16="http://schemas.microsoft.com/office/drawing/2014/main" id="{94204BCB-AA37-1027-DB51-BD264636F596}"/>
              </a:ext>
            </a:extLst>
          </p:cNvPr>
          <p:cNvSpPr txBox="1"/>
          <p:nvPr/>
        </p:nvSpPr>
        <p:spPr>
          <a:xfrm>
            <a:off x="17596201" y="2733778"/>
            <a:ext cx="5480460" cy="10433625"/>
          </a:xfrm>
          <a:prstGeom prst="rect">
            <a:avLst/>
          </a:prstGeom>
          <a:noFill/>
        </p:spPr>
        <p:txBody>
          <a:bodyPr wrap="square">
            <a:spAutoFit/>
          </a:bodyPr>
          <a:lstStyle/>
          <a:p>
            <a:r>
              <a:rPr lang="es-ES" sz="2400" dirty="0"/>
              <a:t>Notas: algunas ocupaciones aparecen con diferentes denominaciones en las fuentes a lo largo de los años, pero se refieren a la misma ocupación. Es el caso de vigilante (agente de policía), mecánico (reparador de vehículos en los censos industriales desde 1964), albañil (albañil calificado desde 1952), Peón albañil (jornalero, peón privado, albañil no calificado y ayudante albañil en censos industriales). Las celdas en blanco indican que no se dispone de datos. </a:t>
            </a:r>
          </a:p>
          <a:p>
            <a:endParaRPr lang="es-ES" sz="2400" dirty="0"/>
          </a:p>
          <a:p>
            <a:r>
              <a:rPr lang="es-ES" sz="2400" dirty="0"/>
              <a:t>* Corresponde al gasto promedio de una familia de 4 integrantes, del estrato de menor ingreso (0 a 1400 $ ley 18188 por trimestre), para la Ciudad de Buenos Aires porque las ponderaciones son similares a las utilizadas para calcular el ICV para una familia obrera del Gran Mendoza en 1968. Cabe destacar que, en general, el valor históricamente era mayor en Buenos Aires que en Mendoza, de modo que la cifra indicada debe considerarse como un máximo. </a:t>
            </a:r>
          </a:p>
        </p:txBody>
      </p:sp>
      <p:pic>
        <p:nvPicPr>
          <p:cNvPr id="12" name="Imagen 11">
            <a:extLst>
              <a:ext uri="{FF2B5EF4-FFF2-40B4-BE49-F238E27FC236}">
                <a16:creationId xmlns:a16="http://schemas.microsoft.com/office/drawing/2014/main" id="{96F3125C-2BF4-00DD-3D70-FE13248C0823}"/>
              </a:ext>
            </a:extLst>
          </p:cNvPr>
          <p:cNvPicPr>
            <a:picLocks noChangeAspect="1"/>
          </p:cNvPicPr>
          <p:nvPr/>
        </p:nvPicPr>
        <p:blipFill>
          <a:blip r:embed="rId2"/>
          <a:srcRect r="32511" b="4037"/>
          <a:stretch>
            <a:fillRect/>
          </a:stretch>
        </p:blipFill>
        <p:spPr>
          <a:xfrm>
            <a:off x="7646036" y="1845070"/>
            <a:ext cx="8276451" cy="11870929"/>
          </a:xfrm>
          <a:prstGeom prst="rect">
            <a:avLst/>
          </a:prstGeom>
        </p:spPr>
      </p:pic>
    </p:spTree>
    <p:extLst>
      <p:ext uri="{BB962C8B-B14F-4D97-AF65-F5344CB8AC3E}">
        <p14:creationId xmlns:p14="http://schemas.microsoft.com/office/powerpoint/2010/main" val="1320648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2DA71D98-F1C3-3BB9-2FCB-BB3D70C71ED4}"/>
            </a:ext>
          </a:extLst>
        </p:cNvPr>
        <p:cNvGrpSpPr/>
        <p:nvPr/>
      </p:nvGrpSpPr>
      <p:grpSpPr>
        <a:xfrm>
          <a:off x="0" y="0"/>
          <a:ext cx="0" cy="0"/>
          <a:chOff x="0" y="0"/>
          <a:chExt cx="0" cy="0"/>
        </a:xfrm>
      </p:grpSpPr>
      <p:sp>
        <p:nvSpPr>
          <p:cNvPr id="73" name="Google Shape;73;g395d08602ed_0_7">
            <a:extLst>
              <a:ext uri="{FF2B5EF4-FFF2-40B4-BE49-F238E27FC236}">
                <a16:creationId xmlns:a16="http://schemas.microsoft.com/office/drawing/2014/main" id="{FC14DE15-A35E-0E4E-4AFC-A37D16815AC0}"/>
              </a:ext>
            </a:extLst>
          </p:cNvPr>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Desempeño económico y desigualdad</a:t>
            </a: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en Mendoza en el largo plazo</a:t>
            </a:r>
            <a:endParaRPr kumimoji="0" sz="20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
        <p:nvSpPr>
          <p:cNvPr id="8" name="CuadroTexto 7">
            <a:extLst>
              <a:ext uri="{FF2B5EF4-FFF2-40B4-BE49-F238E27FC236}">
                <a16:creationId xmlns:a16="http://schemas.microsoft.com/office/drawing/2014/main" id="{4F8EC62A-85D3-3C3F-448A-38EB393C2F46}"/>
              </a:ext>
            </a:extLst>
          </p:cNvPr>
          <p:cNvSpPr txBox="1"/>
          <p:nvPr/>
        </p:nvSpPr>
        <p:spPr>
          <a:xfrm>
            <a:off x="1489616" y="4382315"/>
            <a:ext cx="21422222" cy="3702360"/>
          </a:xfrm>
          <a:prstGeom prst="rect">
            <a:avLst/>
          </a:prstGeom>
          <a:noFill/>
        </p:spPr>
        <p:txBody>
          <a:bodyPr wrap="square">
            <a:spAutoFit/>
          </a:bodyPr>
          <a:lstStyle/>
          <a:p>
            <a:pPr>
              <a:lnSpc>
                <a:spcPct val="150000"/>
              </a:lnSpc>
            </a:pPr>
            <a:r>
              <a:rPr lang="es-ES" sz="3200" dirty="0">
                <a:latin typeface="Montserrat"/>
              </a:rPr>
              <a:t>Los resultados muestran, en primer lugar, que </a:t>
            </a:r>
            <a:r>
              <a:rPr lang="es-ES" sz="3200" b="1" dirty="0">
                <a:latin typeface="Montserrat"/>
              </a:rPr>
              <a:t>los salarios de baja calificación fueron sistemáticamente insuficientes para cubrir el costo de vida familiar</a:t>
            </a:r>
            <a:r>
              <a:rPr lang="es-ES" sz="3200" dirty="0">
                <a:latin typeface="Montserrat"/>
              </a:rPr>
              <a:t>. La necesidad de complementar los ingresos -incluso los del obrero vinícola o el peón de viña- con el aporte de mujeres, hijos u otros varones fue una constante en la trayectoria de los trabajadores de Mendoza, desde el auge vitivinícola de fines del siglo XIX hasta el declive de la industria en los años setenta y ochenta. </a:t>
            </a:r>
            <a:endParaRPr lang="es-AR" sz="3200" b="1" dirty="0">
              <a:latin typeface="Montserrat"/>
            </a:endParaRPr>
          </a:p>
        </p:txBody>
      </p:sp>
      <p:sp>
        <p:nvSpPr>
          <p:cNvPr id="10" name="Google Shape;70;g395d08602ed_0_7">
            <a:extLst>
              <a:ext uri="{FF2B5EF4-FFF2-40B4-BE49-F238E27FC236}">
                <a16:creationId xmlns:a16="http://schemas.microsoft.com/office/drawing/2014/main" id="{7B093788-F8B7-EAB3-72EE-E62FC19E03FE}"/>
              </a:ext>
            </a:extLst>
          </p:cNvPr>
          <p:cNvSpPr txBox="1"/>
          <p:nvPr/>
        </p:nvSpPr>
        <p:spPr>
          <a:xfrm>
            <a:off x="1489616" y="2577344"/>
            <a:ext cx="16409700" cy="1155188"/>
          </a:xfrm>
          <a:prstGeom prst="rect">
            <a:avLst/>
          </a:prstGeom>
          <a:noFill/>
          <a:ln>
            <a:noFill/>
          </a:ln>
        </p:spPr>
        <p:txBody>
          <a:bodyPr spcFirstLastPara="1" wrap="square" lIns="50800" tIns="50800" rIns="50800" bIns="50800" anchor="ctr" anchorCtr="0">
            <a:spAutoFit/>
          </a:bodyPr>
          <a:lstStyle/>
          <a:p>
            <a:pPr marL="0" marR="0" lvl="0" indent="0" algn="l" rtl="0">
              <a:lnSpc>
                <a:spcPct val="90000"/>
              </a:lnSpc>
              <a:spcBef>
                <a:spcPts val="0"/>
              </a:spcBef>
              <a:spcAft>
                <a:spcPts val="0"/>
              </a:spcAft>
              <a:buClr>
                <a:srgbClr val="5AC1A0"/>
              </a:buClr>
              <a:buSzPts val="7600"/>
              <a:buFont typeface="Montserrat"/>
              <a:buNone/>
            </a:pPr>
            <a:r>
              <a:rPr lang="en-US" sz="7600" b="0" i="0" u="none" strike="noStrike" cap="none" dirty="0" err="1">
                <a:solidFill>
                  <a:schemeClr val="dk1"/>
                </a:solidFill>
                <a:latin typeface="Montserrat"/>
                <a:ea typeface="Montserrat"/>
                <a:cs typeface="Montserrat"/>
                <a:sym typeface="Montserrat"/>
              </a:rPr>
              <a:t>Algunos</a:t>
            </a:r>
            <a:r>
              <a:rPr lang="en-US" sz="7600" b="0" i="0" u="none" strike="noStrike" cap="none" dirty="0">
                <a:solidFill>
                  <a:schemeClr val="dk1"/>
                </a:solidFill>
                <a:latin typeface="Montserrat"/>
                <a:ea typeface="Montserrat"/>
                <a:cs typeface="Montserrat"/>
                <a:sym typeface="Montserrat"/>
              </a:rPr>
              <a:t> </a:t>
            </a:r>
            <a:r>
              <a:rPr lang="en-US" sz="7600" b="0" i="0" u="none" strike="noStrike" cap="none" dirty="0" err="1">
                <a:solidFill>
                  <a:schemeClr val="dk1"/>
                </a:solidFill>
                <a:latin typeface="Montserrat"/>
                <a:ea typeface="Montserrat"/>
                <a:cs typeface="Montserrat"/>
                <a:sym typeface="Montserrat"/>
              </a:rPr>
              <a:t>resultados</a:t>
            </a:r>
            <a:endParaRPr sz="7600" b="0" i="0" u="none" strike="noStrike" cap="none"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2469296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00915806-562F-2E6B-8A5A-FC1C01D46471}"/>
            </a:ext>
          </a:extLst>
        </p:cNvPr>
        <p:cNvGrpSpPr/>
        <p:nvPr/>
      </p:nvGrpSpPr>
      <p:grpSpPr>
        <a:xfrm>
          <a:off x="0" y="0"/>
          <a:ext cx="0" cy="0"/>
          <a:chOff x="0" y="0"/>
          <a:chExt cx="0" cy="0"/>
        </a:xfrm>
      </p:grpSpPr>
      <p:sp>
        <p:nvSpPr>
          <p:cNvPr id="73" name="Google Shape;73;g395d08602ed_0_7">
            <a:extLst>
              <a:ext uri="{FF2B5EF4-FFF2-40B4-BE49-F238E27FC236}">
                <a16:creationId xmlns:a16="http://schemas.microsoft.com/office/drawing/2014/main" id="{FF08868E-8565-42F2-9905-1D9FDB0FF61E}"/>
              </a:ext>
            </a:extLst>
          </p:cNvPr>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Desempeño económico y desigualdad</a:t>
            </a: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en Mendoza en el largo plazo</a:t>
            </a:r>
            <a:endParaRPr kumimoji="0" sz="20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pic>
        <p:nvPicPr>
          <p:cNvPr id="4" name="Imagen 3">
            <a:extLst>
              <a:ext uri="{FF2B5EF4-FFF2-40B4-BE49-F238E27FC236}">
                <a16:creationId xmlns:a16="http://schemas.microsoft.com/office/drawing/2014/main" id="{D5881745-585E-7CB3-48C6-189266CA00C4}"/>
              </a:ext>
            </a:extLst>
          </p:cNvPr>
          <p:cNvPicPr>
            <a:picLocks noChangeAspect="1"/>
          </p:cNvPicPr>
          <p:nvPr/>
        </p:nvPicPr>
        <p:blipFill>
          <a:blip r:embed="rId3"/>
          <a:stretch>
            <a:fillRect/>
          </a:stretch>
        </p:blipFill>
        <p:spPr>
          <a:xfrm>
            <a:off x="1450261" y="2812595"/>
            <a:ext cx="20175627" cy="10251755"/>
          </a:xfrm>
          <a:prstGeom prst="rect">
            <a:avLst/>
          </a:prstGeom>
        </p:spPr>
      </p:pic>
      <p:sp>
        <p:nvSpPr>
          <p:cNvPr id="6" name="CuadroTexto 5">
            <a:extLst>
              <a:ext uri="{FF2B5EF4-FFF2-40B4-BE49-F238E27FC236}">
                <a16:creationId xmlns:a16="http://schemas.microsoft.com/office/drawing/2014/main" id="{B49E0196-15F5-BD26-4607-778DD8D1BD5F}"/>
              </a:ext>
            </a:extLst>
          </p:cNvPr>
          <p:cNvSpPr txBox="1"/>
          <p:nvPr/>
        </p:nvSpPr>
        <p:spPr>
          <a:xfrm>
            <a:off x="1400708" y="1735377"/>
            <a:ext cx="20358087" cy="1077218"/>
          </a:xfrm>
          <a:prstGeom prst="rect">
            <a:avLst/>
          </a:prstGeom>
          <a:noFill/>
        </p:spPr>
        <p:txBody>
          <a:bodyPr wrap="square">
            <a:spAutoFit/>
          </a:bodyPr>
          <a:lstStyle/>
          <a:p>
            <a:r>
              <a:rPr lang="es-ES" sz="3200" b="1" dirty="0"/>
              <a:t>Salarios reales de empleados </a:t>
            </a:r>
            <a:r>
              <a:rPr lang="es-ES" sz="3200" b="1" dirty="0">
                <a:highlight>
                  <a:srgbClr val="00FF00"/>
                </a:highlight>
              </a:rPr>
              <a:t>industriales, de la agricultura y administración pública </a:t>
            </a:r>
            <a:r>
              <a:rPr lang="es-ES" sz="3200" b="1" dirty="0"/>
              <a:t>de Mendoza </a:t>
            </a:r>
          </a:p>
          <a:p>
            <a:r>
              <a:rPr lang="es-ES" sz="3200" b="1" dirty="0"/>
              <a:t>1914-1986 </a:t>
            </a:r>
            <a:r>
              <a:rPr lang="es-ES" sz="3200" dirty="0"/>
              <a:t>(valores constantes, $ ley 18188 de 1960 por mes)</a:t>
            </a:r>
            <a:endParaRPr lang="es-AR" sz="3200" dirty="0"/>
          </a:p>
        </p:txBody>
      </p:sp>
      <p:sp>
        <p:nvSpPr>
          <p:cNvPr id="8" name="CuadroTexto 7">
            <a:extLst>
              <a:ext uri="{FF2B5EF4-FFF2-40B4-BE49-F238E27FC236}">
                <a16:creationId xmlns:a16="http://schemas.microsoft.com/office/drawing/2014/main" id="{11099FC7-C700-E6AC-EE6B-72490214E80E}"/>
              </a:ext>
            </a:extLst>
          </p:cNvPr>
          <p:cNvSpPr txBox="1"/>
          <p:nvPr/>
        </p:nvSpPr>
        <p:spPr>
          <a:xfrm>
            <a:off x="21687590" y="1735377"/>
            <a:ext cx="2492297" cy="11726287"/>
          </a:xfrm>
          <a:prstGeom prst="rect">
            <a:avLst/>
          </a:prstGeom>
          <a:noFill/>
        </p:spPr>
        <p:txBody>
          <a:bodyPr wrap="square">
            <a:spAutoFit/>
          </a:bodyPr>
          <a:lstStyle/>
          <a:p>
            <a:r>
              <a:rPr lang="es-ES" sz="1800" dirty="0"/>
              <a:t>Fuente: Mendoza, Presupuesto General de la Provincia, 1915, 1916, 1923, 1928-1930, 1931, 1932, 1933, 1934, 1945; SA Bodegas y Viñedos </a:t>
            </a:r>
            <a:r>
              <a:rPr lang="es-ES" sz="1800" dirty="0" err="1"/>
              <a:t>Arizu</a:t>
            </a:r>
            <a:r>
              <a:rPr lang="es-ES" sz="1800" dirty="0"/>
              <a:t>, Libro de jornales de los toneleros 1915, 1922 y 1923; SA Bodegas y Viñedos </a:t>
            </a:r>
            <a:r>
              <a:rPr lang="es-ES" sz="1800" dirty="0" err="1"/>
              <a:t>Giol</a:t>
            </a:r>
            <a:r>
              <a:rPr lang="es-ES" sz="1800" dirty="0"/>
              <a:t>, Libro de jornales años 1931 a 1933;</a:t>
            </a:r>
          </a:p>
          <a:p>
            <a:r>
              <a:rPr lang="es-ES" sz="1800" dirty="0"/>
              <a:t>Banco de Análisis y Computación (1982), Relevamiento estadístico de la economía argentina: 1900-1980, Buenos Aires, p. 253; INDEC, Serie histórica del Índice de Precios al Consumidor (IPC) en el Gran Buenos Aires. Variaciones porcentuales respecto del mes anterior, diciembre del año anterior, mismo mes del año anterior. Empalme de las Series Base 1943, 1960, 1974 y 1988 con la Serie Base 1999=100; Dirección de Estadísticas e Investigaciones Económicas, Anuario Estadístico 1910, 1914, 1974-1976, 1977-78, 1984-1986.</a:t>
            </a:r>
          </a:p>
        </p:txBody>
      </p:sp>
    </p:spTree>
    <p:extLst>
      <p:ext uri="{BB962C8B-B14F-4D97-AF65-F5344CB8AC3E}">
        <p14:creationId xmlns:p14="http://schemas.microsoft.com/office/powerpoint/2010/main" val="3723453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44461285-ED71-98E5-AD56-EE3AE69A5B04}"/>
            </a:ext>
          </a:extLst>
        </p:cNvPr>
        <p:cNvGrpSpPr/>
        <p:nvPr/>
      </p:nvGrpSpPr>
      <p:grpSpPr>
        <a:xfrm>
          <a:off x="0" y="0"/>
          <a:ext cx="0" cy="0"/>
          <a:chOff x="0" y="0"/>
          <a:chExt cx="0" cy="0"/>
        </a:xfrm>
      </p:grpSpPr>
      <p:sp>
        <p:nvSpPr>
          <p:cNvPr id="73" name="Google Shape;73;g395d08602ed_0_7">
            <a:extLst>
              <a:ext uri="{FF2B5EF4-FFF2-40B4-BE49-F238E27FC236}">
                <a16:creationId xmlns:a16="http://schemas.microsoft.com/office/drawing/2014/main" id="{7152CEFE-1752-5D34-77F3-0965AB9143A1}"/>
              </a:ext>
            </a:extLst>
          </p:cNvPr>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Desempeño económico y desigualdad</a:t>
            </a: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en Mendoza en el largo plazo</a:t>
            </a:r>
            <a:endParaRPr kumimoji="0" sz="20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
        <p:nvSpPr>
          <p:cNvPr id="8" name="CuadroTexto 7">
            <a:extLst>
              <a:ext uri="{FF2B5EF4-FFF2-40B4-BE49-F238E27FC236}">
                <a16:creationId xmlns:a16="http://schemas.microsoft.com/office/drawing/2014/main" id="{F6FA156C-E663-F66E-9990-6C0D04A7815A}"/>
              </a:ext>
            </a:extLst>
          </p:cNvPr>
          <p:cNvSpPr txBox="1"/>
          <p:nvPr/>
        </p:nvSpPr>
        <p:spPr>
          <a:xfrm>
            <a:off x="1489616" y="4459631"/>
            <a:ext cx="21159441" cy="3702360"/>
          </a:xfrm>
          <a:prstGeom prst="rect">
            <a:avLst/>
          </a:prstGeom>
          <a:noFill/>
        </p:spPr>
        <p:txBody>
          <a:bodyPr wrap="square">
            <a:spAutoFit/>
          </a:bodyPr>
          <a:lstStyle/>
          <a:p>
            <a:pPr>
              <a:lnSpc>
                <a:spcPct val="150000"/>
              </a:lnSpc>
            </a:pPr>
            <a:r>
              <a:rPr lang="es-ES" sz="3200" dirty="0">
                <a:latin typeface="Montserrat"/>
              </a:rPr>
              <a:t>En segundo lugar, </a:t>
            </a:r>
            <a:r>
              <a:rPr lang="es-ES" sz="3200" b="1" dirty="0">
                <a:latin typeface="Montserrat"/>
              </a:rPr>
              <a:t>se evidencia que los salarios reales acompañaron de manera estrecha las oscilaciones del ciclo económico nacional </a:t>
            </a:r>
            <a:r>
              <a:rPr lang="es-ES" sz="3200" dirty="0">
                <a:latin typeface="Montserrat"/>
              </a:rPr>
              <a:t>–crisis de la Primera Guerra Mundial, Gran Depresión, industrialización peronista, recesiones de 1959 y 1975, desindustrialización bajo el último gobierno militar–, </a:t>
            </a:r>
            <a:r>
              <a:rPr lang="es-ES" sz="3200" b="1" dirty="0">
                <a:latin typeface="Montserrat"/>
              </a:rPr>
              <a:t>con matices propios de la estructura económica provincial (puede significar un indicio de escasa efectividad de políticas </a:t>
            </a:r>
            <a:r>
              <a:rPr lang="es-ES" sz="3200" b="1" dirty="0" err="1">
                <a:latin typeface="Montserrat"/>
              </a:rPr>
              <a:t>contracíclicas</a:t>
            </a:r>
            <a:r>
              <a:rPr lang="es-ES" sz="3200" b="1" dirty="0">
                <a:latin typeface="Montserrat"/>
              </a:rPr>
              <a:t>, ej. Bodegas </a:t>
            </a:r>
            <a:r>
              <a:rPr lang="es-ES" sz="3200" b="1" dirty="0" err="1">
                <a:latin typeface="Montserrat"/>
              </a:rPr>
              <a:t>Giol</a:t>
            </a:r>
            <a:r>
              <a:rPr lang="es-ES" sz="3200" b="1" dirty="0">
                <a:latin typeface="Montserrat"/>
              </a:rPr>
              <a:t>).</a:t>
            </a:r>
            <a:endParaRPr lang="es-AR" sz="3200" b="1" dirty="0">
              <a:latin typeface="Montserrat"/>
            </a:endParaRPr>
          </a:p>
        </p:txBody>
      </p:sp>
      <p:sp>
        <p:nvSpPr>
          <p:cNvPr id="3" name="Google Shape;70;g395d08602ed_0_7">
            <a:extLst>
              <a:ext uri="{FF2B5EF4-FFF2-40B4-BE49-F238E27FC236}">
                <a16:creationId xmlns:a16="http://schemas.microsoft.com/office/drawing/2014/main" id="{203344FE-7095-B003-EDE8-B9620E577BAE}"/>
              </a:ext>
            </a:extLst>
          </p:cNvPr>
          <p:cNvSpPr txBox="1"/>
          <p:nvPr/>
        </p:nvSpPr>
        <p:spPr>
          <a:xfrm>
            <a:off x="1489616" y="2577344"/>
            <a:ext cx="16409700" cy="1155188"/>
          </a:xfrm>
          <a:prstGeom prst="rect">
            <a:avLst/>
          </a:prstGeom>
          <a:noFill/>
          <a:ln>
            <a:noFill/>
          </a:ln>
        </p:spPr>
        <p:txBody>
          <a:bodyPr spcFirstLastPara="1" wrap="square" lIns="50800" tIns="50800" rIns="50800" bIns="50800" anchor="ctr" anchorCtr="0">
            <a:spAutoFit/>
          </a:bodyPr>
          <a:lstStyle/>
          <a:p>
            <a:pPr marL="0" marR="0" lvl="0" indent="0" algn="l" rtl="0">
              <a:lnSpc>
                <a:spcPct val="90000"/>
              </a:lnSpc>
              <a:spcBef>
                <a:spcPts val="0"/>
              </a:spcBef>
              <a:spcAft>
                <a:spcPts val="0"/>
              </a:spcAft>
              <a:buClr>
                <a:srgbClr val="5AC1A0"/>
              </a:buClr>
              <a:buSzPts val="7600"/>
              <a:buFont typeface="Montserrat"/>
              <a:buNone/>
            </a:pPr>
            <a:r>
              <a:rPr lang="en-US" sz="7600" b="0" i="0" u="none" strike="noStrike" cap="none" dirty="0" err="1">
                <a:solidFill>
                  <a:schemeClr val="dk1"/>
                </a:solidFill>
                <a:latin typeface="Montserrat"/>
                <a:ea typeface="Montserrat"/>
                <a:cs typeface="Montserrat"/>
                <a:sym typeface="Montserrat"/>
              </a:rPr>
              <a:t>Algunos</a:t>
            </a:r>
            <a:r>
              <a:rPr lang="en-US" sz="7600" b="0" i="0" u="none" strike="noStrike" cap="none" dirty="0">
                <a:solidFill>
                  <a:schemeClr val="dk1"/>
                </a:solidFill>
                <a:latin typeface="Montserrat"/>
                <a:ea typeface="Montserrat"/>
                <a:cs typeface="Montserrat"/>
                <a:sym typeface="Montserrat"/>
              </a:rPr>
              <a:t> </a:t>
            </a:r>
            <a:r>
              <a:rPr lang="en-US" sz="7600" b="0" i="0" u="none" strike="noStrike" cap="none" dirty="0" err="1">
                <a:solidFill>
                  <a:schemeClr val="dk1"/>
                </a:solidFill>
                <a:latin typeface="Montserrat"/>
                <a:ea typeface="Montserrat"/>
                <a:cs typeface="Montserrat"/>
                <a:sym typeface="Montserrat"/>
              </a:rPr>
              <a:t>resultados</a:t>
            </a:r>
            <a:endParaRPr sz="7600" b="0" i="0" u="none" strike="noStrike" cap="none"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1347421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CE338A46-39DE-224C-EB17-EDAAD4F135BE}"/>
            </a:ext>
          </a:extLst>
        </p:cNvPr>
        <p:cNvGrpSpPr/>
        <p:nvPr/>
      </p:nvGrpSpPr>
      <p:grpSpPr>
        <a:xfrm>
          <a:off x="0" y="0"/>
          <a:ext cx="0" cy="0"/>
          <a:chOff x="0" y="0"/>
          <a:chExt cx="0" cy="0"/>
        </a:xfrm>
      </p:grpSpPr>
      <p:sp>
        <p:nvSpPr>
          <p:cNvPr id="73" name="Google Shape;73;g395d08602ed_0_7">
            <a:extLst>
              <a:ext uri="{FF2B5EF4-FFF2-40B4-BE49-F238E27FC236}">
                <a16:creationId xmlns:a16="http://schemas.microsoft.com/office/drawing/2014/main" id="{2596D1D6-75B6-8D93-8FCB-87BBCD340A15}"/>
              </a:ext>
            </a:extLst>
          </p:cNvPr>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Desempeño económico y desigualdad</a:t>
            </a: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en Mendoza en el largo plazo</a:t>
            </a:r>
            <a:endParaRPr kumimoji="0" sz="20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C95738B9-2A91-4AFE-83AA-37CA3A1C2E83}"/>
              </a:ext>
            </a:extLst>
          </p:cNvPr>
          <p:cNvSpPr txBox="1"/>
          <p:nvPr/>
        </p:nvSpPr>
        <p:spPr>
          <a:xfrm>
            <a:off x="1400708" y="1735377"/>
            <a:ext cx="20358087" cy="1077218"/>
          </a:xfrm>
          <a:prstGeom prst="rect">
            <a:avLst/>
          </a:prstGeom>
          <a:noFill/>
        </p:spPr>
        <p:txBody>
          <a:bodyPr wrap="square">
            <a:spAutoFit/>
          </a:bodyPr>
          <a:lstStyle/>
          <a:p>
            <a:r>
              <a:rPr lang="es-ES" sz="3200" b="1" dirty="0">
                <a:highlight>
                  <a:srgbClr val="FFFF00"/>
                </a:highlight>
              </a:rPr>
              <a:t>Salarios industriales de Mendoza </a:t>
            </a:r>
            <a:r>
              <a:rPr lang="es-ES" sz="3200" b="1" dirty="0"/>
              <a:t>comparados con el salario industrial promedio de la </a:t>
            </a:r>
            <a:r>
              <a:rPr lang="es-ES" sz="3200" b="1" dirty="0">
                <a:highlight>
                  <a:srgbClr val="FFFF00"/>
                </a:highlight>
              </a:rPr>
              <a:t>Capital Federal </a:t>
            </a:r>
            <a:r>
              <a:rPr lang="es-ES" sz="3200" b="1" dirty="0"/>
              <a:t>1914-1986 </a:t>
            </a:r>
            <a:r>
              <a:rPr lang="es-ES" sz="3200" dirty="0"/>
              <a:t>(valores constantes, $ ley 18188 de 1960) </a:t>
            </a:r>
            <a:endParaRPr lang="es-AR" sz="3200" dirty="0"/>
          </a:p>
        </p:txBody>
      </p:sp>
      <p:sp>
        <p:nvSpPr>
          <p:cNvPr id="8" name="CuadroTexto 7">
            <a:extLst>
              <a:ext uri="{FF2B5EF4-FFF2-40B4-BE49-F238E27FC236}">
                <a16:creationId xmlns:a16="http://schemas.microsoft.com/office/drawing/2014/main" id="{6273CBC4-8019-30C3-BB44-2E177C16AC2F}"/>
              </a:ext>
            </a:extLst>
          </p:cNvPr>
          <p:cNvSpPr txBox="1"/>
          <p:nvPr/>
        </p:nvSpPr>
        <p:spPr>
          <a:xfrm>
            <a:off x="1400708" y="12359765"/>
            <a:ext cx="15883682" cy="523220"/>
          </a:xfrm>
          <a:prstGeom prst="rect">
            <a:avLst/>
          </a:prstGeom>
          <a:noFill/>
        </p:spPr>
        <p:txBody>
          <a:bodyPr wrap="square">
            <a:spAutoFit/>
          </a:bodyPr>
          <a:lstStyle/>
          <a:p>
            <a:r>
              <a:rPr lang="es-ES" sz="2800" dirty="0"/>
              <a:t>Fuente: Ídem gráfico anterior y </a:t>
            </a:r>
            <a:r>
              <a:rPr lang="es-ES" sz="2800" dirty="0" err="1"/>
              <a:t>Ferreres</a:t>
            </a:r>
            <a:r>
              <a:rPr lang="es-ES" sz="2800" dirty="0"/>
              <a:t> (2010).</a:t>
            </a:r>
          </a:p>
        </p:txBody>
      </p:sp>
      <p:pic>
        <p:nvPicPr>
          <p:cNvPr id="2" name="Imagen 1">
            <a:extLst>
              <a:ext uri="{FF2B5EF4-FFF2-40B4-BE49-F238E27FC236}">
                <a16:creationId xmlns:a16="http://schemas.microsoft.com/office/drawing/2014/main" id="{96421844-8E0C-27BB-6C94-134C3643117A}"/>
              </a:ext>
            </a:extLst>
          </p:cNvPr>
          <p:cNvPicPr>
            <a:picLocks noChangeAspect="1"/>
          </p:cNvPicPr>
          <p:nvPr/>
        </p:nvPicPr>
        <p:blipFill>
          <a:blip r:embed="rId3"/>
          <a:stretch>
            <a:fillRect/>
          </a:stretch>
        </p:blipFill>
        <p:spPr>
          <a:xfrm>
            <a:off x="1400708" y="3020922"/>
            <a:ext cx="19719702" cy="8503185"/>
          </a:xfrm>
          <a:prstGeom prst="rect">
            <a:avLst/>
          </a:prstGeom>
        </p:spPr>
      </p:pic>
    </p:spTree>
    <p:extLst>
      <p:ext uri="{BB962C8B-B14F-4D97-AF65-F5344CB8AC3E}">
        <p14:creationId xmlns:p14="http://schemas.microsoft.com/office/powerpoint/2010/main" val="214716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62260F8A-23C6-CED8-BDFA-82434CF1A575}"/>
            </a:ext>
          </a:extLst>
        </p:cNvPr>
        <p:cNvGrpSpPr/>
        <p:nvPr/>
      </p:nvGrpSpPr>
      <p:grpSpPr>
        <a:xfrm>
          <a:off x="0" y="0"/>
          <a:ext cx="0" cy="0"/>
          <a:chOff x="0" y="0"/>
          <a:chExt cx="0" cy="0"/>
        </a:xfrm>
      </p:grpSpPr>
      <p:sp>
        <p:nvSpPr>
          <p:cNvPr id="73" name="Google Shape;73;g395d08602ed_0_7">
            <a:extLst>
              <a:ext uri="{FF2B5EF4-FFF2-40B4-BE49-F238E27FC236}">
                <a16:creationId xmlns:a16="http://schemas.microsoft.com/office/drawing/2014/main" id="{0168B446-CE22-5D8B-32A5-E1FDC8327AC7}"/>
              </a:ext>
            </a:extLst>
          </p:cNvPr>
          <p:cNvSpPr txBox="1"/>
          <p:nvPr/>
        </p:nvSpPr>
        <p:spPr>
          <a:xfrm>
            <a:off x="6724125" y="651650"/>
            <a:ext cx="9627900" cy="875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Desempeño económico y desigualdad</a:t>
            </a: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s-AR" sz="2000" b="0" i="0" u="none" strike="noStrike" kern="0" cap="none" spc="0" normalizeH="0" baseline="0" noProof="0" dirty="0">
                <a:ln>
                  <a:noFill/>
                </a:ln>
                <a:solidFill>
                  <a:srgbClr val="000000"/>
                </a:solidFill>
                <a:effectLst/>
                <a:uLnTx/>
                <a:uFillTx/>
                <a:latin typeface="Montserrat"/>
                <a:ea typeface="Montserrat"/>
                <a:cs typeface="Montserrat"/>
                <a:sym typeface="Montserrat"/>
              </a:rPr>
              <a:t>en Mendoza en el largo plazo</a:t>
            </a:r>
            <a:endParaRPr kumimoji="0" sz="2000" b="0" i="0" u="none" strike="noStrike" kern="0" cap="none" spc="0" normalizeH="0" baseline="0" noProof="0" dirty="0">
              <a:ln>
                <a:noFill/>
              </a:ln>
              <a:solidFill>
                <a:srgbClr val="000000"/>
              </a:solidFill>
              <a:effectLst/>
              <a:uLnTx/>
              <a:uFillTx/>
              <a:latin typeface="Montserrat"/>
              <a:ea typeface="Montserrat"/>
              <a:cs typeface="Montserrat"/>
              <a:sym typeface="Montserrat"/>
            </a:endParaRPr>
          </a:p>
        </p:txBody>
      </p:sp>
      <p:sp>
        <p:nvSpPr>
          <p:cNvPr id="8" name="CuadroTexto 7">
            <a:extLst>
              <a:ext uri="{FF2B5EF4-FFF2-40B4-BE49-F238E27FC236}">
                <a16:creationId xmlns:a16="http://schemas.microsoft.com/office/drawing/2014/main" id="{CE29E31E-D125-F2C9-AE97-9E81203AAF22}"/>
              </a:ext>
            </a:extLst>
          </p:cNvPr>
          <p:cNvSpPr txBox="1"/>
          <p:nvPr/>
        </p:nvSpPr>
        <p:spPr>
          <a:xfrm>
            <a:off x="1489616" y="4228364"/>
            <a:ext cx="21410141" cy="8134343"/>
          </a:xfrm>
          <a:prstGeom prst="rect">
            <a:avLst/>
          </a:prstGeom>
          <a:noFill/>
        </p:spPr>
        <p:txBody>
          <a:bodyPr wrap="square">
            <a:spAutoFit/>
          </a:bodyPr>
          <a:lstStyle/>
          <a:p>
            <a:pPr>
              <a:lnSpc>
                <a:spcPct val="150000"/>
              </a:lnSpc>
            </a:pPr>
            <a:r>
              <a:rPr lang="es-ES" sz="3200" dirty="0">
                <a:latin typeface="Montserrat"/>
              </a:rPr>
              <a:t>En tercer lugar,</a:t>
            </a:r>
            <a:r>
              <a:rPr lang="es-ES" sz="3200" b="1" dirty="0">
                <a:latin typeface="Montserrat"/>
              </a:rPr>
              <a:t> la transformación de la matriz productiva de Mendoza tuvo un efecto en los salarios. </a:t>
            </a:r>
          </a:p>
          <a:p>
            <a:pPr marL="457200" indent="-457200">
              <a:lnSpc>
                <a:spcPct val="150000"/>
              </a:lnSpc>
              <a:buFont typeface="Arial" panose="020B0604020202020204" pitchFamily="34" charset="0"/>
              <a:buChar char="•"/>
            </a:pPr>
            <a:r>
              <a:rPr lang="es-ES" sz="3200" b="1" dirty="0">
                <a:latin typeface="Montserrat"/>
              </a:rPr>
              <a:t>El retroceso de la vitivinicultura y el ascenso del petróleo alteraron no solo la composición del Producto Bruto Geográfico sino también la jerarquía salarial. </a:t>
            </a:r>
          </a:p>
          <a:p>
            <a:pPr marL="457200" indent="-457200">
              <a:lnSpc>
                <a:spcPct val="150000"/>
              </a:lnSpc>
              <a:buFont typeface="Arial" panose="020B0604020202020204" pitchFamily="34" charset="0"/>
              <a:buChar char="•"/>
            </a:pPr>
            <a:r>
              <a:rPr lang="es-ES" sz="3200" dirty="0">
                <a:latin typeface="Montserrat"/>
              </a:rPr>
              <a:t>Los obreros vinícolas, que habían alcanzado posiciones intermedias durante la expansión industrial en la década de 1950, vieron deteriorarse sus ingresos hasta ubicarse en los niveles más bajos de la escala, al tiempo que albañiles y mecánicos consolidaban posiciones más elevadas; por el contrario, el peón de viña se ubicó casi siempre en la base de la pirámide de ingresos –incluso por debajo del peón albañil-. </a:t>
            </a:r>
          </a:p>
          <a:p>
            <a:pPr marL="457200" indent="-457200">
              <a:lnSpc>
                <a:spcPct val="150000"/>
              </a:lnSpc>
              <a:buFont typeface="Arial" panose="020B0604020202020204" pitchFamily="34" charset="0"/>
              <a:buChar char="•"/>
            </a:pPr>
            <a:r>
              <a:rPr lang="es-ES" sz="3200" dirty="0">
                <a:latin typeface="Montserrat"/>
              </a:rPr>
              <a:t>La creciente brecha con los salarios industriales de la Capital Federal refuerza la idea de que la reconfiguración industrial provincial concentró beneficios en pocos actores –Estado y empresarios petroleros–.</a:t>
            </a:r>
            <a:endParaRPr lang="es-AR" sz="3200" b="1" dirty="0">
              <a:latin typeface="Montserrat"/>
            </a:endParaRPr>
          </a:p>
        </p:txBody>
      </p:sp>
      <p:sp>
        <p:nvSpPr>
          <p:cNvPr id="2" name="Google Shape;70;g395d08602ed_0_7">
            <a:extLst>
              <a:ext uri="{FF2B5EF4-FFF2-40B4-BE49-F238E27FC236}">
                <a16:creationId xmlns:a16="http://schemas.microsoft.com/office/drawing/2014/main" id="{DA830FA0-09CA-4E9F-9091-14D89A8F0A60}"/>
              </a:ext>
            </a:extLst>
          </p:cNvPr>
          <p:cNvSpPr txBox="1"/>
          <p:nvPr/>
        </p:nvSpPr>
        <p:spPr>
          <a:xfrm>
            <a:off x="1489616" y="2577344"/>
            <a:ext cx="16409700" cy="1155188"/>
          </a:xfrm>
          <a:prstGeom prst="rect">
            <a:avLst/>
          </a:prstGeom>
          <a:noFill/>
          <a:ln>
            <a:noFill/>
          </a:ln>
        </p:spPr>
        <p:txBody>
          <a:bodyPr spcFirstLastPara="1" wrap="square" lIns="50800" tIns="50800" rIns="50800" bIns="50800" anchor="ctr" anchorCtr="0">
            <a:spAutoFit/>
          </a:bodyPr>
          <a:lstStyle/>
          <a:p>
            <a:pPr marL="0" marR="0" lvl="0" indent="0" algn="l" rtl="0">
              <a:lnSpc>
                <a:spcPct val="90000"/>
              </a:lnSpc>
              <a:spcBef>
                <a:spcPts val="0"/>
              </a:spcBef>
              <a:spcAft>
                <a:spcPts val="0"/>
              </a:spcAft>
              <a:buClr>
                <a:srgbClr val="5AC1A0"/>
              </a:buClr>
              <a:buSzPts val="7600"/>
              <a:buFont typeface="Montserrat"/>
              <a:buNone/>
            </a:pPr>
            <a:r>
              <a:rPr lang="en-US" sz="7600" b="0" i="0" u="none" strike="noStrike" cap="none" dirty="0" err="1">
                <a:solidFill>
                  <a:schemeClr val="dk1"/>
                </a:solidFill>
                <a:latin typeface="Montserrat"/>
                <a:ea typeface="Montserrat"/>
                <a:cs typeface="Montserrat"/>
                <a:sym typeface="Montserrat"/>
              </a:rPr>
              <a:t>Algunos</a:t>
            </a:r>
            <a:r>
              <a:rPr lang="en-US" sz="7600" b="0" i="0" u="none" strike="noStrike" cap="none" dirty="0">
                <a:solidFill>
                  <a:schemeClr val="dk1"/>
                </a:solidFill>
                <a:latin typeface="Montserrat"/>
                <a:ea typeface="Montserrat"/>
                <a:cs typeface="Montserrat"/>
                <a:sym typeface="Montserrat"/>
              </a:rPr>
              <a:t> </a:t>
            </a:r>
            <a:r>
              <a:rPr lang="en-US" sz="7600" b="0" i="0" u="none" strike="noStrike" cap="none" dirty="0" err="1">
                <a:solidFill>
                  <a:schemeClr val="dk1"/>
                </a:solidFill>
                <a:latin typeface="Montserrat"/>
                <a:ea typeface="Montserrat"/>
                <a:cs typeface="Montserrat"/>
                <a:sym typeface="Montserrat"/>
              </a:rPr>
              <a:t>resultados</a:t>
            </a:r>
            <a:endParaRPr sz="7600" b="0" i="0" u="none" strike="noStrike" cap="none"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2145522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g395d08602ed_0_16"/>
          <p:cNvSpPr txBox="1"/>
          <p:nvPr/>
        </p:nvSpPr>
        <p:spPr>
          <a:xfrm>
            <a:off x="15547319" y="8088035"/>
            <a:ext cx="6626400" cy="810600"/>
          </a:xfrm>
          <a:prstGeom prst="rect">
            <a:avLst/>
          </a:prstGeom>
          <a:noFill/>
          <a:ln>
            <a:noFill/>
          </a:ln>
        </p:spPr>
        <p:txBody>
          <a:bodyPr spcFirstLastPara="1" wrap="square" lIns="50800" tIns="50800" rIns="50800" bIns="50800" anchor="ctr" anchorCtr="0">
            <a:spAutoFit/>
          </a:bodyPr>
          <a:lstStyle/>
          <a:p>
            <a:pPr marL="0" marR="0" lvl="0" indent="0" algn="r" defTabSz="914400" rtl="0" eaLnBrk="1" fontAlgn="auto" latinLnBrk="0" hangingPunct="1">
              <a:lnSpc>
                <a:spcPct val="120000"/>
              </a:lnSpc>
              <a:spcBef>
                <a:spcPts val="0"/>
              </a:spcBef>
              <a:spcAft>
                <a:spcPts val="0"/>
              </a:spcAft>
              <a:buClr>
                <a:srgbClr val="FFFFFF"/>
              </a:buClr>
              <a:buSzPts val="4600"/>
              <a:buFont typeface="Montserrat Light"/>
              <a:buNone/>
              <a:tabLst/>
              <a:defRPr/>
            </a:pPr>
            <a:r>
              <a:rPr kumimoji="0" lang="en-US" sz="46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rPr>
              <a:t>¡MUCHAS GRACIAS!</a:t>
            </a: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1287</Words>
  <Application>Microsoft Office PowerPoint</Application>
  <PresentationFormat>Personalizado</PresentationFormat>
  <Paragraphs>70</Paragraphs>
  <Slides>12</Slides>
  <Notes>11</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12</vt:i4>
      </vt:variant>
    </vt:vector>
  </HeadingPairs>
  <TitlesOfParts>
    <vt:vector size="21" baseType="lpstr">
      <vt:lpstr>Montserrat Medium</vt:lpstr>
      <vt:lpstr>Arial</vt:lpstr>
      <vt:lpstr>Montserrat</vt:lpstr>
      <vt:lpstr>Helvetica Neue</vt:lpstr>
      <vt:lpstr>Montserrat Light</vt:lpstr>
      <vt:lpstr>Helvetica Neue Light</vt:lpstr>
      <vt:lpstr>Wingdings</vt:lpstr>
      <vt:lpstr>White</vt:lpstr>
      <vt:lpstr>1_White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Patricia Elizabeth Olguin</cp:lastModifiedBy>
  <cp:revision>1</cp:revision>
  <dcterms:modified xsi:type="dcterms:W3CDTF">2026-04-09T15:01:15Z</dcterms:modified>
</cp:coreProperties>
</file>